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6" r:id="rId5"/>
    <p:sldId id="270" r:id="rId6"/>
    <p:sldId id="269" r:id="rId7"/>
    <p:sldId id="268" r:id="rId8"/>
    <p:sldId id="267" r:id="rId9"/>
    <p:sldId id="265" r:id="rId10"/>
    <p:sldId id="264" r:id="rId11"/>
    <p:sldId id="259" r:id="rId12"/>
    <p:sldId id="260" r:id="rId13"/>
    <p:sldId id="262" r:id="rId14"/>
    <p:sldId id="261" r:id="rId15"/>
    <p:sldId id="263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32161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6-04T14:09:49.101"/>
    </inkml:context>
    <inkml:brush xml:id="br0">
      <inkml:brushProperty name="width" value="0.05292" units="cm"/>
      <inkml:brushProperty name="height" value="0.05292" units="cm"/>
      <inkml:brushProperty name="color" value="#C0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92D050"/>
    </inkml:brush>
    <inkml:brush xml:id="br3">
      <inkml:brushProperty name="width" value="0.05292" units="cm"/>
      <inkml:brushProperty name="height" value="0.05292" units="cm"/>
      <inkml:brushProperty name="color" value="#FF0000"/>
    </inkml:brush>
    <inkml:brush xml:id="br4">
      <inkml:brushProperty name="width" value="0.05292" units="cm"/>
      <inkml:brushProperty name="height" value="0.05292" units="cm"/>
      <inkml:brushProperty name="color" value="#FFFF00"/>
    </inkml:brush>
    <inkml:brush xml:id="br5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2893 12735 0,'-18'106'47,"-52"141"-32,70-229-15,-18 52 16,-106 406 0,124-440-16,-158 599 15,34 53 1,1-89 0,17-105-1,106-458-15,-71 246 16,54-194-1,17-70-15</inkml:trace>
  <inkml:trace contextRef="#ctx0" brushRef="#br0" timeOffset="1565.52">2981 12735 0,'194'0'109,"71"36"-93,176-19-1,35 71 1,35 36 0,36-18-1,-512-106-15,530 88 16,17-53 0,-88-17-1,-124-36 16,-352 18-31,246 0 16,-69 0 0,-1 0-1,-177 18-15,142 17 16,-18 0 0,-35 1-1,17-1 1,1-17-1,-54-1 1,-52-17 0,0 53 46,-1 35-46,-17-70-16,-17 141 15,-72 105 1,-16 71 0,-19 124-1,124-424-15,-106 424 16,36-53 0,52-389-16,18 230 15,35-88 1,1-53-1,-19-53 1,-34-36 109,-36 1-109,35-18-16,-17 18 0</inkml:trace>
  <inkml:trace contextRef="#ctx0" brushRef="#br0" timeOffset="2734.52">1958 16457 0,'53'0'62,"388"0"-30,388 53-1,353 106 0,-1147-159-31,441 53 16,89-18-1,-530-35-15,282 0 16,-87 0 0,-89 0-1,-35 18 1,-1-1 0,-87-17-16,106 0 15,17 18 1,0-36-1,18 18 1,-142 0-16,195 18 16,-195-18-16,248 0 15,-247 0-15,17 0 0,247 0 16,-246-18-16,210-52 16,-69-1 15,-160 53-31,142-17 15,-35 0 1,-89 35 0</inkml:trace>
  <inkml:trace contextRef="#ctx0" brushRef="#br0" timeOffset="4332.02">4163 11800 0,'-35'0'16,"-18"18"-1,-36 17 1,-34 54-1,35 16 1,-36 36 0,18-17-1,18-1 1,71-105-16,-1 88 16,0-36 15,54 1-16,52 0 1,-18-36 0,19-35-1,-19 0 1,-17-53 0,-35 18-1,-1 35 1,-17-18 78,-35 0-48,-106-87 1,88 52-31,-18-18 0,36 36-1,17 35 1,54 0 171,-1-18-187</inkml:trace>
  <inkml:trace contextRef="#ctx0" brushRef="#br0" timeOffset="5378.22">4639 11924 0,'-53'0'94,"-17"18"-79,-54-1 1,1 18 0,34 18-1,37 0 1,16-17 0,36-19 15,71 1 31,52 35-46,18-18 0,-17 18-1,-54-35 1,-52-1-1</inkml:trace>
  <inkml:trace contextRef="#ctx0" brushRef="#br0" timeOffset="5915.1">4692 12012 0,'-35'18'94,"-89"140"-63,-105 178 0,158-195-15,71-124-16,-105 160 15,16-54 1,72-70 0,34-53 77,72-17-77</inkml:trace>
  <inkml:trace contextRef="#ctx0" brushRef="#br0" timeOffset="6715.41">5203 12294 0,'-17'0'16,"-18"-17"15,17 17-31,-17 0 15,-1 0 1,-17 0 0,-17 35-1,-1 35 1,-17 1 0,18 17-1,52-17 1,18-54-16,35 54 15,71 52 1,35-17 0,-35-17-1,17-19 1,-17-52 0,-17-36 15,-54-70-16,-35-141 1,-35 52 0,17 89-1,18 70-15,-53-35 16,0 0 0,18 36-1,-1-1 1,1 1-1,18 17 32,-1-18-31</inkml:trace>
  <inkml:trace contextRef="#ctx0" brushRef="#br0" timeOffset="7930.81">1517 13423 0,'-35'0'31,"-36"18"-15,-17-1 15,-18 36-16,106-35-15,-106 70 16,18 0 0,-35 18-1,105-106-15,-70 124 16,35 17 0,53 18-1,53-89 1,53-17-1,-89-53-15,124 0 16,-52-18 0,-72 18-16,18-52 15,-17-1 1,-36 17 0,1 1 15,-1 0-16,1 35-15,-1-18 16,0 18 31,-52 0-31,52 0-1,18-18 1,0 1 15,35-1-15</inkml:trace>
  <inkml:trace contextRef="#ctx0" brushRef="#br0" timeOffset="8665.14">1976 13282 0,'0'0'0,"-18"18"47,-70 17-31,70-35-1,-17 18 1,17-18-16,18 17 0,-35 1 15,17 52 1,-17-17 0,17 18-1,18-18 1,0-36 0,18 1-1,17 0 1,1-18-1,16 17 1,1 1 0,18-18-1,-1 0 1,-34 0 0</inkml:trace>
  <inkml:trace contextRef="#ctx0" brushRef="#br0" timeOffset="9115.03">2081 13423 0,'-17'0'31,"-1"35"-15,-17 36-1,-36 35 1,71-89-16,-88 89 16,-35 53-1,105-159-15,18 18 0,-106 158 16,-17 53 0,17-17-1,53-18 16,53-159-15,0-70 31,35-18-31,-35 36-16,18 17 0</inkml:trace>
  <inkml:trace contextRef="#ctx0" brushRef="#br0" timeOffset="9815.04">2311 14023 0,'-53'0'94,"-53"88"-63,88 53 0,106-17 0,-70-124-31,35 35 16,0-35 0,-35 0-16,17-18 15,18-17 1,-18-18 0,0-17-1,-17-1 1,-36-35-1,18 89-15,-70-89 16,-36-18 0,35 54-1,18 70 1,53-18 0,-35 36 46</inkml:trace>
  <inkml:trace contextRef="#ctx0" brushRef="#br0" timeOffset="11738.66">3210 13212 0</inkml:trace>
  <inkml:trace contextRef="#ctx0" brushRef="#br0" timeOffset="12898.14">3528 13476 0,'-53'18'110,"-53"52"-79,71-52-16,-36 52 1,36-34 0,35-19 46,35 36-46,0 0-1,18 18 1,-53-54-16,53 72 16,0-19-1,0 1 1,-18-54 0,-17 1 15,17-18-16,-35 18 1,18-18 0,0-18 62</inkml:trace>
  <inkml:trace contextRef="#ctx0" brushRef="#br0" timeOffset="13941.55">3757 13758 0,'0'-17'94,"-18"17"-63,-17 0-15,-18 17-1,18 1 1,17 0-1,18-1 17,18-17-17,0 18 1,17 0 0,0 17 15,-17-35-16,17 0 1,18 0 0,18-18-1,-19-17 1,-52 17 0,0 1 30,-17 17 1,-1 0-31,-35 0 0,0-18 15,18 18-16,17 0 1,1 0 0</inkml:trace>
  <inkml:trace contextRef="#ctx0" brushRef="#br0" timeOffset="14398.89">3969 14005 0</inkml:trace>
  <inkml:trace contextRef="#ctx0" brushRef="#br0" timeOffset="15165.09">4233 13652 0,'-17'0'16,"-36"0"15,35 36-16,-35-19 1,53 19 0,-17-1-1,17 0 1,35 18 0,18 0-1,17 35 1,-17-17-1,-35-36 1,0 0 0,-18 18 15,0 0-15,0 0 15,-18-35-16,-17-36 32,-1 1-31,-17-36 0,1-18-1,16 36 1,36-1-1,0 19 1</inkml:trace>
  <inkml:trace contextRef="#ctx0" brushRef="#br0" timeOffset="15681.17">4110 13547 0,'53'17'78,"53"1"-62,-71-18-1,18 18 1,-36-18 0,1 0 62,0 0-31</inkml:trace>
  <inkml:trace contextRef="#ctx0" brushRef="#br0" timeOffset="16781.03">4674 14182 0,'0'35'94,"0"53"-78,-17 18-1,-1-71 1,18-17-16,-18 0 16,1-1-1,-1-17 63</inkml:trace>
  <inkml:trace contextRef="#ctx0" brushRef="#br0" timeOffset="17582.22">4957 13917 0,'-36'0'63,"-52"18"-47,35 17 15,18 36-16,35-1 1,0-52 0,35 17-1,18-35 1,0 0 0,0-18-1,-18-35 1,-35 18-1,0 18-15,18 17 0,-18-53 16,0 17 0,0 19-1,0-1 1,-18 0 0,1 18 15,-1 0 0,18 18 0</inkml:trace>
  <inkml:trace contextRef="#ctx0" brushRef="#br0" timeOffset="17986.07">5133 14252 0</inkml:trace>
  <inkml:trace contextRef="#ctx0" brushRef="#br0" timeOffset="19081.34">5415 13829 0,'-17'18'110,"-36"34"-79,53-34-16,-18 17 1,18-17 0,0 0-1,0-1 32,35 1-31,-17 0-1,0-1 1,-18 1-16,17-18 0,1 17 16,17 19-1,-35-19-15,35 54 16,1 17 0,-1 18-1,-17-35 16,-18-54-31,0 18 16,0-17 0,-53-18 46,0-35-46,35 35-16,-35-18 15,36 1 1,-1-1 0,0 0 15,1-17-15,-1 35 15,0-18-16</inkml:trace>
  <inkml:trace contextRef="#ctx0" brushRef="#br0" timeOffset="19735.45">5433 13829 0,'17'0'94,"36"-18"-79,-35 18 1,35 0-1,-18 0 1,-17 0 0,-1 0 62,1 0-47</inkml:trace>
  <inkml:trace contextRef="#ctx0" brushRef="#br0" timeOffset="20806.14">5821 13547 0,'17'35'109,"1"0"-93,17 0 0,18 18 15,-35-35-31,35 70 15,17 18 1,1 18 0,-18 17-1,-18-35 1,-17-1 0,-18-87-16,0 53 15,-35-1 1,-36 1-1,0-18 1,1-1 0,17-16-1,35-36 17</inkml:trace>
  <inkml:trace contextRef="#ctx0" brushRef="#br0" timeOffset="26520.12">5045 14676 0</inkml:trace>
  <inkml:trace contextRef="#ctx0" brushRef="#br0" timeOffset="30063.09">3351 13741 0,'18'0'125,"247"35"-94,123 18 0,53 0 1,88 35-1,-212-17-16,-299-54-15,229 36 16,-141-18 0,-89-35-16,19 0 15,-19 0 1,1 18 46,17-18-30,-17 0-1</inkml:trace>
  <inkml:trace contextRef="#ctx0" brushRef="#br0" timeOffset="30815.03">3634 13794 0,'17'0'62,"36"35"-46,141 71-1,159 35 1,35-35 0,18-36-1,-371-70-15,283 71 16,-142-1 0,-88-17-1,-35-35 1,-18 0-1,-123-36 142,18 0-157</inkml:trace>
  <inkml:trace contextRef="#ctx0" brushRef="#br0" timeOffset="32448.14">3757 14129 0,'53'17'78,"88"36"-63,-123-35-15,211 53 16,89 17 0,-283-88-16,353 106 15,-18-18 1,-35-18-1,-105 1 1,-195-71 0,-70 0 46,-336-106-31,36 35-15,-317-87 0,616 140-16,-740-194 15,194 36 1,459 105 0,123 54-1,229-18 1,88 35-1,-281 0-15,387 35 16,-17 53 0,-89-17-1,-87-1 1,-160-52 0,-176-71 62,-70-18-63,158 71-15,-335-88 16,89 53 0,105 0-1,247 35 16,336 52-15,-389-34-16,582 88 16,124 17-1,-706-123-15,530 89 16,-406-72 0,-177-17 15,-264-17-16,264 17-15,-511-71 16,-247-35 0,-53 18-1,776 70-15,-370 1 16,264-19 0,141 19-1,106-18 1,106 35-1,-176 0-15,0 0 0,229 35 16,-230-35-16,230 35 16,-88 18-1,-124-35 1,-70-18 0,-230 0 15,248 0-31,-389-36 15,-35 19 1,318 17 0,193 0-1,-52 0-15,299 0 16,71 0 0,-370 0-16,335 0 15,-159 17 1,-177 1-1,-70 0 1,36-1-16,-212 1 16,-160 17-1,354-35-15,-265 35 16,300 71 0,283 35 15,228-70-16,-476-71-15,477 18 16,-142-18 0,-317 0-1,-123 0 1,-301-53 0,354 53-16,-389-18 15,247 36 1,142-1-1,122 1 1,-87-18-16,176-18 16,-71-35-1</inkml:trace>
  <inkml:trace contextRef="#ctx0" brushRef="#br0" timeOffset="36045.11">9754 13864 0,'0'-17'79,"36"-19"-64,-36 19-15,123-72 16,36 1-1,17-18 1,-158 106-16,229-88 16,88 53-1,-317 35-15,352-35 16,0 17 0,1 0 15,17 18-16,-353 0-15,300 0 16,-52 0 0,-107 36-1,-123-19 1,0 36 0,-36-53-16,54 71 15,-1-36 1,-17 0-1,-17 1 1,-19-19 0</inkml:trace>
  <inkml:trace contextRef="#ctx0" brushRef="#br0" timeOffset="36765.36">13264 13106 0,'36'35'47,"34"18"-31,-70-35-16,88 70 15,-52 18 1,-1-36-1,-17 1 1,-18-54-16,17 89 16,19 35-1,16-17 1,-34-124-16,0 53 16,-36-53 46,0 0-46,-52 17-1,-18 1 1,-36 17 0,-70 0-1,177-17-15,-283 17 16,-35 18-1,317-53-15,0 0 0,-229 53 16,124 0 0,88-35-1,35-1 1,35-17 31</inkml:trace>
  <inkml:trace contextRef="#ctx0" brushRef="#br0" timeOffset="42800.17">13935 12912 0,'0'53'47,"53"105"-31,-53-140-16,0 53 15,70 211 1,-17 71 0,-53-336-16,53 371 15,-18 36 1,-35-19 0,-70 19-1,52-407-15,-70 318 16,0-88-1,17-123 1,54-89 0</inkml:trace>
  <inkml:trace contextRef="#ctx0" brushRef="#br0" timeOffset="44336.05">13917 12982 0,'0'0'0,"0"-17"15,35 17 1,1 0 0,-19 0-16,54-18 15,123 18 1,141 0 0,159 0 15,-459 0-31,583 0 15,140-71 1,-141 18 0,-123 1-1,-476 52-15,246 0 16,-158 0 0,-70 0-1,-19 0 1,71 0-1,-70 0-15,70 0 16,36 0 0,-36 17-1,-18-17 1,1 0 0,0 18 15,17-18-16,-18 17 1,-52-17 0,0 0-1,-1 18 17,1 17-17,0 36 1,-18 70-1,0-123-15,0 140 16,-18 54 0,18-194-16,-18 158 15,18-158-15,-17 176 16,-1 35 0,18-35 15,-18 18-16,18-195-15,0 195 16,-17-194-16,17 176 16,0 0-1,-18-18 1,18 36 0,0 35-1,-18-53 1,1-18-1,17-17 1,0-36 0,0-70-1,17-17 1</inkml:trace>
  <inkml:trace contextRef="#ctx0" brushRef="#br0" timeOffset="46139.21">13882 16492 0,'88'-17'94,"353"-36"-63,-423 53-31,264-18 16,-265 18-16,424 0 15,53-17 1,0-1 0,0-35-1,-459 53-15,353-71 16,-176 36 0,-88 0-1,-36 17 1,35 1-1,89 17 1,0-18 0,-89 18-1,-70 0 1,0 0 0,53 0 15,-89 0-31,1 0 0,158 18 15,-17-1 1,-141-17-16,17 0 16,-17 18-1,17-1 17,18 1-17,-18 17 1,0 1-1,1-19 1,-19 1 15</inkml:trace>
  <inkml:trace contextRef="#ctx0" brushRef="#br0" timeOffset="50351.15">15222 12065 0,'-17'0'78,"-1"18"-62,18-1 0,-18 1-1,1-18 1,17 18 0,0-1 15,-18 1-16,18-1 1,0 19 0,-17-1-1,17-17 17,17-1-1,1 1-16,52 52 1,-17-17 0,0-17-1,-18-1 1,-17-17 0,17 17-1,1 18 1,-19-18-1,1 0 1,-18-17 15,0 17-15,-18-35-16,-17 36 16,-18 16 15,53-34-31,-53 0 15,-35 17 1,17-17 0,54-18-1,-1 0 1,-35 0 0,0-36-1,36 36 1,17-17 15,35-1-15,-17-17-1,35-53 1,-53 70-16,35-70 16,18 0-1,-53 70 1,35-53-1,0 18 1,-35 36-16,18-36 16,0 0-1,-1 18 1,1-18 0,-18 18-1,17-18 1,-17 35-1,0 0-15,0 1 16,-17 17 0,-1 0 31,18-18-16</inkml:trace>
  <inkml:trace contextRef="#ctx0" brushRef="#br0" timeOffset="51149.02">16051 12118 0,'-35'0'15,"-18"0"1,-35 18 0,17 17-1,1 0 1,52-17 0,1-1-1,-1 19 16,18-19-15,0 1 0,18 17-1,35 0 1,17 18 0,18-35-1,-17-18 1,-1 0-1,-52 0-15,17 0 16,-35-18 15,18-17-15,0-18 0,-18 0 15,0 36-31,-18-36 15,-35-18 1,0 54 0,35 17-1,1 0-15,-1 0 16,1 0 15,-1 17 0</inkml:trace>
  <inkml:trace contextRef="#ctx0" brushRef="#br0" timeOffset="52453.04">13406 14640 0,'-18'0'31,"-123"0"0,53 0-15,17 0-1,36 36 1,17-19 0,1 1-1,-1 17 1,0 0 0,18 1-1,36-1 1,34 0-1,-52-35-15,70 53 16,-18-18 0,-34 1-1,-36-19 1,17-17-16,-17 18 62,-17 17-46,-1-17 0,-17 17-1,0-17 1,17-1 0,0-17-1,-35-17 1,-17-18-1,70 17 1,-18 18 0,18-35 15,18-1-15,35-34-1,53-1 16,-1 18-15,-52 18 0,-35 0-1,0-1 1,17 1 0,-18 0-1,-17 17 1</inkml:trace>
  <inkml:trace contextRef="#ctx0" brushRef="#br0" timeOffset="53217.03">13652 14676 0,'-17'0'16,"-71"35"-1,17 18 16,71-36-31,-53 54 16,18 17 0,35 0-1,0-35 1,70 35 0,19 1-1,-1-36 1,-18-36-1,-17-17 1,36-88 0,16 0-1,-69 0 1,-19 17 0,-17 18 15,-17 53-31,-19-88 15,-17 35 1,18 35 0,0 1-1,0 17 1,-18 0 0,35 0-1,0 0 1,1 0-16</inkml:trace>
  <inkml:trace contextRef="#ctx0" brushRef="#br0" timeOffset="62190.14">14623 13441 0</inkml:trace>
  <inkml:trace contextRef="#ctx0" brushRef="#br0" timeOffset="63264.86">14905 13564 0,'-18'0'32,"1"0"-17,-36 0 1,0 18-1,53 0-15,-18-18 0,-52 52 16,-19 37 0,19-1-1,35 0 1,35-70-16,-18 52 16,18 1 15,0-18-16,53 0 1,-18-18 0,-17-17-16,35-1 15,35-17 1,0 0 0,35-35-1,-52 0 1,-53 35-1,-18-18-15,-18 0 32,18 1-17</inkml:trace>
  <inkml:trace contextRef="#ctx0" brushRef="#br0" timeOffset="64065.89">15081 13811 0,'-17'0'31,"-1"0"-16,-35 0 1,0 36 0,18-1-1,17 0 1,1 0 0,52 18 15,0-35-16,18 0 1,-18-18 0,18 0-1,0 0 1,-18-18 0,-35-35-1,0 0 1,-17 18-1,-1-18 1,1 35 0,17 1-1,0 34 95,-18-17-110</inkml:trace>
  <inkml:trace contextRef="#ctx0" brushRef="#br0" timeOffset="64533.86">15311 14093 0</inkml:trace>
  <inkml:trace contextRef="#ctx0" brushRef="#br0" timeOffset="65332.16">15558 13741 0,'-18'0'32,"0"0"-32,1 0 15,-1 17 1,0 1-1,1 0 1,17 17 0,0-17-1,17 17 1,19-18 0,-1 19-1,0-19 16,-17-17-15,-1 18 0,-17 0 62,0-1-63,-17 36 1,-36 0 0,0 0-1,0-18 1,35-17 0,1-18 46,-1 0-31</inkml:trace>
  <inkml:trace contextRef="#ctx0" brushRef="#br0" timeOffset="65845.81">15434 13670 0,'18'0'78,"123"0"-47,-124 0-31,177-18 31,-141 18-15,-35-17-1</inkml:trace>
  <inkml:trace contextRef="#ctx0" brushRef="#br0" timeOffset="66411.43">15804 14182 0,'-17'35'141,"-1"0"-126,1-17 1</inkml:trace>
  <inkml:trace contextRef="#ctx0" brushRef="#br0" timeOffset="67298.69">16281 13811 0,'-18'18'78,"-35"0"-62,-17 17-1,17 18 1,0 0 0,35 0 15,18-18-16,0 0 1,35 0 0,54-17-1,-37-18 1,-16-18 0,-19 1-1,1-19 1,-18-34-1,0-18 1,0 35 0,-18 18-1,1 35 1,17 17 46,0 1-46,0-1-16</inkml:trace>
  <inkml:trace contextRef="#ctx0" brushRef="#br0" timeOffset="67731">16492 14199 0,'18'0'125</inkml:trace>
  <inkml:trace contextRef="#ctx0" brushRef="#br0" timeOffset="68531.73">16863 13723 0,'-18'0'47,"1"18"-16,-1-1-15,18 19-1,0-19 1,35 1 15,0-18-15,36 35-1,-18 18 1,-18-18 0,18-17-1,-35-18 17,-18 18 30,0-1-46,-36 1-1,19 0 1,-18-18 0,-36 17-1,36-17 1,17 18-1,18-1 1,-53 19 0,36-19-1,-1 1 1,0 0 0</inkml:trace>
  <inkml:trace contextRef="#ctx0" brushRef="#br0" timeOffset="69132.07">16845 13705 0,'35'0'94,"18"0"-78,36-17 15,-54 17-16</inkml:trace>
  <inkml:trace contextRef="#ctx0" brushRef="#br0" timeOffset="69798.73">17251 13247 0,'17'0'32,"19"17"-1,-19-17-31,36 36 15,0 17 1,35 0 0,1 35-1,-1 35 1,-53 1 0,-17-1-1,-18 1 1,-71 17-1,-35 18 1,89-159-16,-89 105 16,18-34-1,35-36 1,35-35 0,0 0 15,18 18-16,0-1 1</inkml:trace>
  <inkml:trace contextRef="#ctx0" brushRef="#br0" timeOffset="98832.36">13600 16140 0,'-36'70'78,"-70"107"-47,-52 17 0,87-106-15,54-88-16,-89 123 15,-35-17 1,-53-18 0,-36 18-1,213-106-15,-248 88 16,0-17 0,19-1-1,228-70-15,-194 36 16,36-19-1,158-17-15,1 0 0,-160 18 16,159-18-16,-176-18 16,36 18-1,-54-53 1,194 53-16,-158-53 16,-18-17-1,0-18 16,176 70-31,-140-88 16,16-17 0,1 35-1,71 17 1,17 36 0,53 17-16,-35-17 15,-1-18 1,19 35-1,-1 1 1</inkml:trace>
  <inkml:trace contextRef="#ctx0" brushRef="#br0" timeOffset="99782.66">9525 16263 0,'-35'0'16,"-36"18"-1,1 17 16,-54-17-15,-35-1 0,71 1-1,53 0 1,17-1 0,36-17 109,0 18-94,-1-18-16,-17 17-15,53 19 16,0 70 0,18 35-1,-71-124-15,70 107 16,-35-18 0,1-36-1,-1-17 1,-17-35-1,-1-1 1</inkml:trace>
  <inkml:trace contextRef="#ctx0" brushRef="#br0" timeOffset="105440.05">3634 13123 0,'-18'0'94,"18"18"-78,-18-18-1,1 18 1,-1-18 0,-17 17-1,35 1-15,-36 0 16,1 17 0,18-18-1,17 1 1,0 0-1,17 17 1,-17-17 0,0-1-1,35 19 1,-17-1 0,17 0 15,1 0-16,-19-17 32,1 0-31,35 35 0,-35-18-1,-1-35-15,-17 17 16</inkml:trace>
  <inkml:trace contextRef="#ctx0" brushRef="#br0" timeOffset="106453.81">3828 13176 0,'-53'18'93,"-18"52"-61,54-70-17,17 18 1,105 0 93,-87-18-93,176 17 0,-106-17 15,-52 0-16</inkml:trace>
  <inkml:trace contextRef="#ctx0" brushRef="#br0" timeOffset="107259.46">3969 13141 0,'0'71'125,"0"34"-94,-18-16-15,18-19-1,-18-17 1,18-18 0,0-17-1</inkml:trace>
  <inkml:trace contextRef="#ctx0" brushRef="#br0" timeOffset="108181.23">4180 13476 0,'0'35'110,"-17"54"-79,-1-72-15,1-17-1,-19 18-15,19-1 31,-1-17-15,0 0 0,1 18 46,-1-18-46,18 18 15</inkml:trace>
  <inkml:trace contextRef="#ctx0" brushRef="#br0" timeOffset="109141.4">4498 13194 0,'-18'0'78,"-52"35"-63,70-17-15,-71 52 32,71-52-17,-17 0 1,17 17-1,0-17 1,17-18 15,1 0-15,52 0 0,19 0-1,-72 0-15,89 0 16,-35 0-1</inkml:trace>
  <inkml:trace contextRef="#ctx0" brushRef="#br0" timeOffset="109649.03">4604 13123 0,'0'36'110,"-18"140"-79,18-158-31,-18 176 31,18-89 0,0-69-15,18-54 78</inkml:trace>
  <inkml:trace contextRef="#ctx0" brushRef="#br0" timeOffset="110735.09">4727 13053 0,'18'0'47,"-1"0"-16,1 0 16,35 17-32,35 36 1,-17 0 0,-36-17-1,-17-19 1,-18 1-1,0-1 1,17 36 0,-34 36-1,-1 34 1,0-52 0,1-19 15,-18-16-16,-1-19 1,19 1 0,-1-18-1,0 0 1,18 18-16,-35-18 16,17 0-1,1 17 1</inkml:trace>
  <inkml:trace contextRef="#ctx0" brushRef="#br0" timeOffset="-119927.61">18503 15804 0,'18'0'172,"-1"0"-157,1 0 17,-18 18-17,18-18 79,-1 18-78,-34-18 15,-19-18-15,1 18 15,35-18-16</inkml:trace>
  <inkml:trace contextRef="#ctx0" brushRef="#br0" timeOffset="-115215.52">18627 15946 0</inkml:trace>
  <inkml:trace contextRef="#ctx0" brushRef="#br0" timeOffset="-114292.48">18644 15998 0</inkml:trace>
  <inkml:trace contextRef="#ctx0" brushRef="#br1" timeOffset="-107398.41">18627 15998 0,'-18'0'47,"18"-17"171,-18 17-202,1 0 62,-1 0-62,36 0 140,-1 0-125,1 0 344,0-18-343,17 1 218,-35 52 140,0-18-374</inkml:trace>
  <inkml:trace contextRef="#ctx0" brushRef="#br1" timeOffset="-103206.6">14640 13388 0,'-17'0'47,"17"18"-16,17-18 16,1 0-32,-36 0 95,1 0-95,-19 17 1,54-17 47,0 0-48,-1 0 1,-34 0 31,34 0 46,-34 0 1,34 0-16</inkml:trace>
  <inkml:trace contextRef="#ctx0" brushRef="#br1" timeOffset="-29886.64">15716 9066 0,'18'0'78,"17"0"-62,53 0-1,71 0 1,70 0 0,18 0-1,-229 0-15,229-17 16,18-1 0,-248 0-16,318 1 15,53-1 1,-52 1-1,-72 17 1,-70 0 0,-18-18-1,-158 18-15,159 0 16,122 0 0,54 0 15,35 0-16,-370 0-15,335 0 16,-53-18 0,-54 1-1,-52-1 1,0 18 0,-17 18-1,-159-18-15,140 0 16,-52 0-1,-18 0 1,18 0 0,0 0-1,17 0 1,-105 0-16,88 35 16,0-17-1,-53-1 16,0-17-15,88 0 0,-124 0-16,177 18 15,53-1 1,-53-17 0,-53 0-1,-35 0 1,0 0-1,-88 0-15,176 36 16,123-1 0,1-17-1,-54-18 1,-246 0-16,158-18 16,-17 18 15,35 0-16,-176 0-15,158 18 16,1-1 0,-72-17-1,-16-17 1,16 17 0,19 0-1,-106 0-15,105 0 16,-35 0-1,-53 0 1,18 0 0,53 0-1,-88 0-15,105 0 16,-17 0 0,-53 17 15,-35-17-16</inkml:trace>
  <inkml:trace contextRef="#ctx0" brushRef="#br1" timeOffset="25751.88">6315 10478 0,'17'0'46,"36"17"-14,0 1-1,88-1 0,-70-17-15,35 18-1,35 35 1,35 0 0,-158-53-16,-1 0 0,107 35 15,-18-35 1,-36 18 0,1-18-1,-18 0 1,17 0-1,1 0 1,17 0 0,0 0-1,1 0 1,-72 0-16,71 0 16,1 0 15,-1 0-16,-35-18 1,-18-17 0,18 0-1,17-36 1,-34 18 0,-19 18-1,1 35-15,0-35 16,-1-1-1,1 19 1,-1-36 0,-17-53-1,36-18 1,-36 107-16,17-107 16,-17 36 15,0 70-31,0-52 15,-35-18 1,0 17 0,17 1-1,1 34 1,-19-17 0,1 18-1,-18-18 1,0 18-1,0-18 1,-17 18 0,-1 0-1,1 17 1,-19 0 0,-52 18 15,-17 0-16,140 0-15,-123 0 16,35 0 0,18-17-1,17 17 1,-17 0 0,-18 17-1,-35 36 1,18-53-1,34 18 1,19-18 0,52 17-1,1 1 1,-1 0 0,-35 17 15,-35 36-16,0 17 1,-1 0 0,72-88-16,-36 70 15,18-17 1,-1 36 0,54 52-1,0 35 1,-18-35-1,0-123-15,0 88 16,-36-36 0,36-52-1,18 17 1,17 36 0,1 35 15,-19-36-16,36-17 1,35-35 0,18 17-1,-88-35-15,105 0 16,-17 18 0,-35-18-1,-54-18 95,54-35-79</inkml:trace>
  <inkml:trace contextRef="#ctx0" brushRef="#br2" timeOffset="89392.18">22525 10795 0,'0'35'110,"0"106"-95,-35 106 1,-1-35-1,36-36 1,0-52 0,0-71-1,0-36 1</inkml:trace>
  <inkml:trace contextRef="#ctx0" brushRef="#br2" timeOffset="90718.35">22966 11871 0,'17'0'125,"1"0"-94,17 0 0,1 0-15,-1 18 0,-17-18-1,-18 17 1,17 19 15,-17-1-15,0 0-1,0 0 1,0-17-16,-35 17 16,0 1 15,-1 16-16,1-16 1,35-19-16,-18 1 16,1 0-1,-1-18 1,1 17 31,-1-17-32,0 0 17</inkml:trace>
  <inkml:trace contextRef="#ctx0" brushRef="#br2" timeOffset="95452.06">23848 10777 0,'0'53'31,"0"-35"-15,0 0 15,0 17-15,0 18-1,0 53 1,0-89-16,0 142 16,17 17-1,-17-17 1,-17-53 0,17-71 15,0-17-16,0 0 1,0-1 31</inkml:trace>
  <inkml:trace contextRef="#ctx0" brushRef="#br2" timeOffset="97055.55">24430 11889 0,'18'0'31,"-1"0"32,-17-18-48,18 18 1,-1 0 15,1 0 1,0 18-1,-18-1-31,17 19 15,-17 34 1,0 18 0,0 18-1,-17-35 1,-1-18 0,0-36-1,-17 1 1,18 17-1,-19-17 1,1 17 0,17-17-1,1-1 1,-1 1 0</inkml:trace>
  <inkml:trace contextRef="#ctx0" brushRef="#br2" timeOffset="99198.33">25224 11007 0,'-18'0'32,"-17"17"-17,17 19 1,0-19 0,-17 1-1,0 35 1,0 35-1,-1 0 1,1 18 0,35-18-1,0-35 1,18 18 0,52-1 15,-17-34-16,0-36 1,0 17 0,0-17-1,0-17 1,-18-1 0,-17 0-1,17 1 1,-17-36-1,17 17 1,-17 1 0,-18 17-1,0-17 1,-53-18 0,0 18 15,53 17-31,-18 18 0,-17-17 15,-18-1 1,-18 18 0,71-18-16,-53 18 15,18 0 1,17 0 0,18 18-1</inkml:trace>
  <inkml:trace contextRef="#ctx0" brushRef="#br2" timeOffset="99851.99">25753 10971 0,'0'0'0,"-18"36"62,-35 17-46,36-53-16,17 17 0,-36 54 15,1 52 1,17-17 0,36-18-1,17-35 1,36-35-1,-1-18 1,19-35 0,16 17-1,-16 0 1,-72 18-16,36-35 16,-18 17 15,1 1-16,-1-1 1,0-17 0,1 17-1,-19-17 1,-17 0 0</inkml:trace>
  <inkml:trace contextRef="#ctx0" brushRef="#br2" timeOffset="100301.39">26017 11024 0,'0'18'47,"0"17"-31,-35 18 0,0 53-1,-18 70 1,0 1-1,35-160-15,18 1 0,-35 176 16,35-53 0,35-70-1,-35-54-15,18-17 16,0-35 31,35-53-32,-53 70-15,70-52 16,36 17 0</inkml:trace>
  <inkml:trace contextRef="#ctx0" brushRef="#br2" timeOffset="100901.34">26547 11377 0,'-36'18'16,"-17"-1"15,18 36-15,17 0 0,1 18-1,17-54-15,35 89 16,36-18-1,34 1 1,1-19 0,-18-70-1,-70 0 1,17-53 0,-17-35 15,-18 70-31,18-105 15,-36-1 1,-35 54 0,0 17-1,36 35 1,-1 18 0</inkml:trace>
  <inkml:trace contextRef="#ctx0" brushRef="#br2" timeOffset="101968.57">27305 12047 0,'18'18'78,"17"53"-63,-35 52 1,-18 0 0,-70-17-1,0 18 1,-36-18-1,89-53 1,123-89 15,1 1-15</inkml:trace>
  <inkml:trace contextRef="#ctx0" brushRef="#br2" timeOffset="102652.26">27958 11112 0,'-71'18'16,"53"35"-1,1-53-15,-36 71 16,0 34 0,35-105-16,1 53 15,34-17 1,1-19-1,35 1 1,0 17 0,35 18-1,0-35 1,0-1 15,-35-17-15,-35 0-1,0 0 48</inkml:trace>
  <inkml:trace contextRef="#ctx0" brushRef="#br2" timeOffset="104488.2">27658 11501 0,'-18'35'78,"18"18"-62,0 17 0,0-17-1,18 35 1,-1 18 0,1-106-16,17 124 15,1-18 1,-1-18-1,0-53 1,-17-17 0,35-18-1,17 0 1,1-18 0,-18-17 15,-18-1-16,18 1 1,-18 18 0,-35-1-16,18-17 15,0-36 1,-18-17 0,0-36-1,0 36 1,0 35-1,-18 18 1,0 17 0,1 1-1,-1 17 1,-35-18 0,-18 18 15,1 0-16,17 0 1,-18 18 0,19-1-1,16-17 1,1 0 109,17-17-94</inkml:trace>
  <inkml:trace contextRef="#ctx0" brushRef="#br2" timeOffset="105333.4">28028 10901 0,'-17'53'47,"17"17"-31,-36 1-1,36-54 1,-17 1 78,-36 53-63,17-1 0,1-17-15,0 0-1,0 18 1,-1-18 0,19-18-1,17-18 1,-18 1 0,0 17-1,18 1 1,-17-19-1,17 1 1,0 0 78</inkml:trace>
  <inkml:trace contextRef="#ctx0" brushRef="#br2" timeOffset="107352.03">28698 11307 0,'-52'17'31,"-1"18"-15,53-17-16,-18 0 16,-17 52-1,35-52-15,-18 35 16,18 0 0,53-18-1,18-17 1,17-1-1,35-17 1,-70 0 0,-35 0-1,-1 0 1,36-17 31,-17 17-32,-19 0 17,1-18 15</inkml:trace>
  <inkml:trace contextRef="#ctx0" brushRef="#br2" timeOffset="107784.42">29016 11430 0,'-18'106'47,"-17"123"-31,0-70-1,-1 53 1,36-195-16,-35 160 16,35-36-1,18-88 1,17-53 0,18-53 15,18-18-16,-36 36-15</inkml:trace>
  <inkml:trace contextRef="#ctx0" brushRef="#br2" timeOffset="108284.32">29580 11712 0,'-105'36'31,"87"-36"-31,141-36 0,-317 124 16,124-17 0,35 17-1,52 0 1,54-17 0,-54-71-16,72 35 15,16-35 1,-52 0-1,-17-53 1,-36-35 0,-18 0-1,0 0 1,1 52 0,17 19 15,0-1-16,0 1 1</inkml:trace>
  <inkml:trace contextRef="#ctx0" brushRef="#br2" timeOffset="108818.43">29722 11024 0,'35'0'16,"18"36"0,-53-19-16,17-17 0,54 88 15,17 71 1,-17 35-1,-18 71 1,-53-248-16,17 248 16,-52 0-1,-106-54 1,123-193-16,-193 158 16,-19-35 15,195-141-31,-106 71 15,88-53 1,18-89 0</inkml:trace>
  <inkml:trace contextRef="#ctx0" brushRef="#br2" timeOffset="109668.39">22084 10301 0,'-35'18'47,"-195"211"-16,230-211-31,-317 458 32,70 71-1,212-318-16,35-211-15,17 176 16,1-177-16,88 107 16,17-54-1,-70-52 1,-35 0 0,-1-18-1,19 17 16,-1-17-15</inkml:trace>
  <inkml:trace contextRef="#ctx0" brushRef="#br2" timeOffset="112318.09">25506 14323 0,'-35'17'16,"-18"36"0,17-17 15,1-19-16,17 19 1,18-1 0,36 53-1,-1-35 1,0-18 0,1 0-1,16 1 1,-16 17-1,-19 35 1,1-71-16,0 89 16,-18-17-1,0-19 1,-18-35 15,-35-17-15,-35 0-1,35-18 1,18-18 0,35 0-16,-18-35 15,0-35 1,18 0 0,36-35-1,52-1 1,0 18-1,-70 89-15,88-89 16,-36 0 0,-17 18-1,-35 53 1,-18 17-16,17 18 16,1 0 62</inkml:trace>
  <inkml:trace contextRef="#ctx0" brushRef="#br2" timeOffset="112801.99">26423 14411 0,'-53'0'16,"106"0"-16,-141 18 15,70-1-15,-70 89 16,0 53 0,70-142-16,-52 160 15,34-18 1,107-36 0,123-35-1,-35-88 1,-36-70-1,-123 52-15,35-141 16,-52-35 0,-54 36-1,-70 16 1,35 72 0,71 52 15,53 36 0</inkml:trace>
  <inkml:trace contextRef="#ctx0" brushRef="#br2" timeOffset="113318.39">27111 15293 0,'18'35'62,"-18"89"-46,-36-1-1,-34-17 1,52-88-16,-52 52 16,52-52 15,0-18-16,36-35 17,35-1-32</inkml:trace>
  <inkml:trace contextRef="#ctx0" brushRef="#br2" timeOffset="114368.88">28222 14411 0,'-35'35'31,"70"-70"-31,-105 106 15,70-19 1,35 54 0,0-18-1,36 18 1,-71-88-16,53 70 16,0 36 15,-36-19-16,-34-16 1,-36-36 0,53-36-16,-106 18 15,-35 1 1,17-1 0,71-17-1,71-124 48,123-212-32,88-34 0,-176 210-15,-35 142-16,0-70 15,-36-1 1,0 54 0,18 34 31</inkml:trace>
  <inkml:trace contextRef="#ctx0" brushRef="#br2" timeOffset="115240.02">28857 14746 0,'-88'18'31,"0"123"-15,35 35 0,35-35 15,89-35-16,52-71 1,18-17 0,-123-18-16,88-53 15,-53-53 1,-71-52 0,-52-1-1,-19 35 1,54 71-1</inkml:trace>
  <inkml:trace contextRef="#ctx0" brushRef="#br2" timeOffset="125323.8">31715 11271 0,'-36'71'47,"-69"123"-31,34 53-1,0 35 1,71-264-16,-52 211 16,16-70-1,36-71 1</inkml:trace>
  <inkml:trace contextRef="#ctx0" brushRef="#br2" timeOffset="129629.13">25030 15399 0,'0'17'78,"-18"107"-47,-35-54-15,-18 36-1,71-88-15,-35 52 16,18-70 0</inkml:trace>
  <inkml:trace contextRef="#ctx0" brushRef="#br2" timeOffset="130393.38">23301 15505 0,'0'17'63,"0"36"-48,0-35-15,-35 70 16,-53-17 0,17-19-1,18-34 1,71-18 46</inkml:trace>
  <inkml:trace contextRef="#ctx0" brushRef="#br2" timeOffset="138818.79">29916 14058 0,'35'53'47,"18"35"-32,-18 53 1,0 71-1,-35 35 1,0 123 0,0-17-1,-88-35 1,70-301-16,-193 195 16,-1-106 15,53-89-16,142-17-15,-54 0 16,1-35 0,34 18-16</inkml:trace>
  <inkml:trace contextRef="#ctx0" brushRef="#br2" timeOffset="139635.4">21272 13388 0,'-35'0'31,"-71"53"-15,1 53 0,-1 105-1,106-193-15,-124 317 16,18 88 0,89-52 15,70-36-16,-36-317-15,177 264 16,-17-106 0,-107-105-1,-34-54 1,34-17 15</inkml:trace>
  <inkml:trace contextRef="#ctx0" brushRef="#br2" timeOffset="141691.38">31450 14693 0,'-123'0'31,"-1"18"-16,124-1-15,-106 19 16,18 52 0,71 0-1,17-17 1,70 17 0,18 0-1,-88-70 1,106 52-1,18 18 1,-72-52 0,-16 17-1,-19-36 1,1 36 0,-36-53-16,-17 71 15,0-1 1,-18 1-1,18-18 1,17-71 15,0-88-15,18 89-16,-17-107 16,52-52 15,0 17-16,53 53 1,-35 0 0,0 18-1,-35 35 1,-18-17 0,0 34-1,0 19 1</inkml:trace>
  <inkml:trace contextRef="#ctx0" brushRef="#br2" timeOffset="155052.38">22137 13847 0,'-35'70'47,"17"-35"-32,18-17-15,-18 88 16,1 53 0,17-1-1,-18 36 1,-17-88-1,17-18 1,18-70-16,0 53 16,0-36-1,0-18 1</inkml:trace>
  <inkml:trace contextRef="#ctx0" brushRef="#br2" timeOffset="157956.94">23424 14252 0,'18'0'62,"0"18"-46,17 17 0,0 0-1,-35 1 1,0 52 0,-53 0-1,18 18 1,-18-36-1,-17-17 1,70-35-16,-53 17 16,17-17-1,19-18 1,87 0 78,1-18-79,-53 18-15,158 0 16,-35-17 0,-106-1-1</inkml:trace>
  <inkml:trace contextRef="#ctx0" brushRef="#br3" timeOffset="-200509.46">25241 3193 0</inkml:trace>
  <inkml:trace contextRef="#ctx0" brushRef="#br3" timeOffset="-196254.52">25259 3228 0,'18'0'171,"-18"-71"-155,-36 18 0,1 36-1,17 17 1,1-18 0,52 18 46,-17 18-46,17-1-1,-17 1 1,17 0 31,-18-18-32,-34 0 17,-18 0-17,17 0-15,-70 0 16,17 17 0,53-17 15,18 18-16,36 0 1,-1-18 0,-17 0-1,17 0 1,-17 0 0,-36 0 77,18-53-46,18 35-16,-1 18 79,-17 18-1</inkml:trace>
  <inkml:trace contextRef="#ctx0" brushRef="#br2" timeOffset="-188611.05">25488 2999 0,'18'-71'125,"-18"53"-110,17-140 1,1-1 0,-18 141-16,0-123 15,0 0 1,0 18 0,-18 52-1,18 18 1,18-17-1,-18-1 1,0 18 0,0 35-16,0 1 15</inkml:trace>
  <inkml:trace contextRef="#ctx0" brushRef="#br2" timeOffset="-187539.67">25329 1958 0,'18'-18'62,"17"-17"-30,-17 17-1,0 18-31,-1-35 15,19 17 1,-36 1 15,17 17 32,36 0-48,0 35 32,-18 53-15,18-17-1,-35-71-16,-18 17 48,18-17-1</inkml:trace>
  <inkml:trace contextRef="#ctx0" brushRef="#br2" timeOffset="-186348.65">25400 3457 0,'0'18'125,"0"-1"-110,0 1-15,18 70 16,-18 18 0,0-88-16,0 105 15,35 36 1,-35-18 0,18 0-1,-18-123-15,0 123 16,17 18-1,-17-36 1,18-35 0,-1-35-1,-17-35 1</inkml:trace>
  <inkml:trace contextRef="#ctx0" brushRef="#br2" timeOffset="-185531.33">25347 4568 0,'18'36'79,"17"-1"-64,18 36 1,-18 17-1,-35-71-15,53 54 16,-35-36 0,-1-17-1,1-18 17,17-53-1,-17 0-16,17 18 1,-17-1 0,17 1-1,-17 18 1,-18-1 0</inkml:trace>
  <inkml:trace contextRef="#ctx0" brushRef="#br2" timeOffset="-183916.28">25012 3228 0,'-71'-18'94,"-228"18"-63,-107 18 0,18-18 1,317 18-1</inkml:trace>
  <inkml:trace contextRef="#ctx0" brushRef="#br2" timeOffset="-183072.63">25770 3246 0,'0'0'16,"36"0"77,193 0-61,-211 0-32,334-36 15,-193 19 1,-141 17-16,123-18 16,-53 0 15,-53 18-16,-17 0 17,-18-17-1</inkml:trace>
  <inkml:trace contextRef="#ctx0" brushRef="#br4" timeOffset="-173868.28">23918 1588 0,'-17'35'109,"17"18"-93,0 17-1,-18 18 1,18-70-16,0 70 16,-18 18-1,1-35 1,17 17 0,0-18 15,0-52-31,0 70 15,17 0 1,1 18 0,0 0-1,-1-35 1,-17 35 0,0-89-16,18 107 15,0 34 1,-18 1-1,0 17 1,0 1 0,0-18-1,0-142-15,17 124 16,-17 1 0,0-72 15,0-17-16,18 0 1,-18 0 0,0 17-1,18 54 1,-18-1 0,-18-17-1,18-88-15,-35 88 16,17-36-1,18 18 1,-18-17 0,18-18-1,0-36 1,0 1 0,0 88 46,0-88-46,-17 52-1,17-17 1,0-35 0,17-18 109,19 0-94,34 0-16,-52 0-15,105 0 16,18 0 0,53 0-1,0 0 1,0-18 0,-35 0-1,-141 18-15,105-17 16,-52 17-1,-53 0-15,52 0 16,18-18 0,0 18-1,-17-17 1,-18 17 0,0 0 15,0 0-16,17-18 1,-17 0 0,35-17-1,1 0 1,-1 17 0,18-17-1,-1 17 1,-34 0-1,-18 18 1,0 0 0,0-17-1,17-1 1,1 18 0,-1-17 15,1 17-16,-53 0-15,35-18 16,0 18 0,-1 0-1,1 0 1,-35 0 0,-18-18-1,18 18 1,-1-70 62,-17-107-47,0 54-15,-35-36-1,35 141-15,-35-158 16,-18 0 0,18-18-1,35 176-15,-18-141 16,0 18 0,18 124-16,0-107 15,0 18 1,0 0-1,0-35 1,-17 0 0,17-18-1,-18 18 1,0 18 0,18 35 15,-17 17-16,17 1 1,0-1 0,0-17-1,0 35 1,0 0 0,-18-18-1,18 54-15,0-54 16,0 1-1,0 34 1,0 1 0,0 17-1,0 1 1,-18 17 171,1 0-171,-1 0-16,-52-18 16,-1 18-1,53 0-15,-87-17 16,16 17 0,19-18 15,52 18-16,-17-18 17,-18 18-17,0-17 1,18 17 0,17 0-1,0-18 1,-34 18-1,-37 0 1,-34 0 0,-18 18-1,-18-18 1,0 35 0,36-17 15,17-1-16,88-17-15,-88 35 16,1-17 0,-19 0-1,-52-18 1,-1 0 0,19 0-1,17 0 1,17 0-1,18 0 1,18 0 0,17-18-1,36 18 1,18 0 46</inkml:trace>
  <inkml:trace contextRef="#ctx0" brushRef="#br3" timeOffset="-137928.3">23424 1094 0,'0'17'16,"0"107"0,0-107-16,-17 160 15,-18 228 1,-1 248-1,-52 317 1,88-899-16,-70 881 16,70-193-1,0-160 1,0-563-16,35 299 16,18-194 15,-36-194 0,36-282-15,-53 317-16,0-35 0</inkml:trace>
  <inkml:trace contextRef="#ctx0" brushRef="#br3" timeOffset="-136673.65">23618 1376 0,'0'-18'16,"18"18"15,53-17-15,-54 17-16,213-18 16,228 18 15,-422 0-31,722 53 15,441 35 1,124-17 0,159 17-1,-1411-88-15,1163 88 16,-405-17 0,-776-71-16,247 35 15,-300-18 1,-18-17-1,-87 0 1,87 18 0,-17 35 15,-18 18-15,-18 17 15,1 35-16,52-105-15,-53 158 16,36 142 0,-18 229-1,53-512-15,-17 635 16,70 106 0,-53-741-16,0 18 0,141 671 15,-141-689-15,176 600 16,-35-212-1,-123-405-15,52 141 16,-34-142 0,-36 1-1</inkml:trace>
  <inkml:trace contextRef="#ctx0" brushRef="#br3" timeOffset="-135500.29">23107 6350 0,'88'-18'63,"194"-17"-48,-246 35-15,-19 0 0,512-35 16,371 17 0,105 18 15,36 18-16,-970-18-15,952 70 16,-177 1 0,-793-71-16,600 35 15,-124-35 1,-194 35 0,-176-17-1,-71-18 1,18 18-1,0-1 1,106 19 0,70-1-1,-35-35 1,-230 0-16,195 35 16,-53 1 15,-71-1-16,-53-18 1</inkml:trace>
  <inkml:trace contextRef="#ctx0" brushRef="#br3" timeOffset="-122544.71">23865 1376 0,'0'-18'156,"-35"18"-140,0 0 0,-18-17-1,18 17 1,-1 0 0,1-18 15,17 0-16,1 18 32,-1-17-15,1 17 327,-1 0-312</inkml:trace>
  <inkml:trace contextRef="#ctx0" brushRef="#br3" timeOffset="-47677.79">29439 1252 0,'18'-35'78,"105"-212"-46,-105 247-32,317-353 31,-317 353-31,264-299 31,-211 228-15,-54 71-1,36 123 95,53 354-79,-106-460-31,71 460 31,-54-301 1,-34-194 30,-36-17-46,0 0-1</inkml:trace>
  <inkml:trace contextRef="#ctx0" brushRef="#br3" timeOffset="-46776.33">29545 917 0,'18'0'31,"-1"0"-15,19 0 0,34 18-1,71 17 1,18 0 0,-35-17 15,-107-18-31,89 0 15,-53 0 1,-35 18 0,-1-18 202,19 0-202,16 0 0,19 0-1,-36 0 1,-17 0 0</inkml:trace>
  <inkml:trace contextRef="#ctx0" brushRef="#br3" timeOffset="-38382.06">24253 2822 0,'0'-88'63,"71"-159"-32,0 35 0,-54 159-15,-17 36-1,36 34 95,-1 36-95,0 36 1,-17 16 0,-1 37-1,19-1 1,-36-18 15,0-88-15</inkml:trace>
  <inkml:trace contextRef="#ctx0" brushRef="#br3" timeOffset="-37738.25">24306 2769 0,'0'-17'47,"0"-1"-16,18 18 31,53-35-46,17 17 0,0-17-1,-53 0 1,1 35 0,-1 0-1</inkml:trace>
  <inkml:trace contextRef="#ctx0" brushRef="#br3" timeOffset="-37267.71">24800 2434 0</inkml:trace>
  <inkml:trace contextRef="#ctx0" brushRef="#br3" timeOffset="-36877.89">24871 2858 0</inkml:trace>
  <inkml:trace contextRef="#ctx0" brushRef="#br3" timeOffset="-36010.93">24977 2558 0,'0'0'0,"17"0"31,-17 17 1,18 1-17,17 0 1,0-1 0,36 18-1,0-17 1,-36 0-1,-17-18 1,-1-18 15,1-52-15,-1-36 15,-34 53-15,17 35-16,-18 18 0,1-35 15,-54 35 1,0-18 0,1 36-1,17 17 1,18-17 0,35-1-1,17-17 32,1 0-31,0 0-1,-18 18 17</inkml:trace>
  <inkml:trace contextRef="#ctx0" brushRef="#br3" timeOffset="-35368.56">25418 2822 0</inkml:trace>
  <inkml:trace contextRef="#ctx0" brushRef="#br3" timeOffset="-33727.46">25735 2452 0,'53'0'110,"-18"17"-95,-17-17 1,0 0 0,-18 18 187,35 70-172,-53 53 0,-105 1 1,35-107-1,52-53-16,19-17 1,-1 17 0,18 1-1,35 17 17,1 0-17,52 0 1,-35 17-1,-36 1 1,-17 0 0,18 17-1,-18 0 1,0-17 31,-18-18-32,-17 17 1,17-17 0,1 0-1,17 18 63,17-18-62,1 0 31,0 18-16</inkml:trace>
  <inkml:trace contextRef="#ctx0" brushRef="#br5" timeOffset="-10114.25">7214 11712 0,'18'18'31,"0"-18"-15,17 0 0,0 18-1,18-1 1,35 1 0,-70-18-16,141 17 15,52 1 1,1-18-1,35 0 1,-18-18 0,-88 18-1,-123 0-15,88 0 16,-36 0 0,-17 0 15,53 0-16,0 0 1,17 0 0,-105 0-16,141 18 15,0-18 1,-36-18 0,-17 1-1,-89 17-15,89 0 16,0-18-1,0 1 1,0 17 0,0-18-1,17 18 1,1 0 0,17 18 15,-18-1-16,-105-17-15,88 0 16,35 0 0,53 0-1,-177 0-15,177 0 16,18 0 0,-194 0-16,176 0 15,0 18 1,-18-18-1,18 17 1,18 1 0,-18 0-1,-176-18-15,211 17 16,18-17 0,-36 0 15,1 0-16,-194 0-15,158 0 16,1 18 0,-19 0-1,-140-18-15,123 17 16,-17 1 0,-1 0-1,0-18 1,-17 0-1,35 0 1,-17-18 0,-18 18-1,35-18 1,0 18 15,-18-17-15,19-19-1,-125 36-15,124-17 16,-17 17 0,-36-18-1,-70 18-15,52 0 16,-52 0-16,70 0 16,0 0-1,-35-18 1,0 18-1,-35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32161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6-04T14:25:07.4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0070C0"/>
    </inkml:brush>
    <inkml:brush xml:id="br3">
      <inkml:brushProperty name="width" value="0.05292" units="cm"/>
      <inkml:brushProperty name="height" value="0.05292" units="cm"/>
      <inkml:brushProperty name="color" value="#FFFF00"/>
    </inkml:brush>
    <inkml:brush xml:id="br4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15452 6368 0,'-36'0'16,"36"17"0,-17-17-1,17 18 1,-36 0-1,1 17 1,0 35 0,-18 36-1,0 0 1,0-18 0,18 18 15,0 18-16,35-107-15,-36 107 16,19 17 0,-1-18-1,18 1 1,18-1 0,52-17-1,-52-106-15,52 71 16,19-18-1,-19-18 1,71 18 0,0 17-1,71 1 1,17-18 0,18 0 15,-229-53-31,247 17 15,-18-17 1,-18-17 0,-35-1-1,-53 0 1,0 18 0,0 0-1,-17 0 1,-1 0-1,18 0 1,-17-17 0,17-19-1,-124 36-15,89-17 16,0-36 0,-18 18 15,-35-1-16,-53 19-15,35-19 16,-17-34 0,-18 52-16,35-52 15,-35-36 1,0 18 0,18-1-1,0 1 1,-1-18-1,1 18 1,0 18 0,-18 17-1,17-35 1,1 17 0,-18 18 15,0 35-31,0-34 15,0 16 1,-18-17 0,18 0-1,-35 1 1,-18 16 0,0-34-1,-53-1 1,-52 1-1,-72-19 1,19 19 0,-1 17-1,-17 18 1,-36 17 0,18 0 15,35 18-16,195 0-15,-160 0 16,19 18 0,140-18-16,-105 18 15,34-1 1,19-17 0,-1 0-1,36 18 1,-18-18-1,-53 18 1,-35-1 0,18 18-1,52-17 1,71 0-16,-35-18 16,17 0 15,1 0-16,17 17 1,-18-17 0</inkml:trace>
  <inkml:trace contextRef="#ctx0" brushRef="#br0" timeOffset="2591.02">20990 6403 0,'-53'0'47,"-194"0"-16,230 0-31,-54 0 16,54 0-16,-142 18 15,71 17 1,35 0 0,17 18-1,1 53 1,-18-18 0,18-17-1,17-36 1,1 35-1,17 19 1,35 34 0,18 1-1,0-19 1,-18-16 0,-17-19 15,17 18-16,-17-70-15,35 70 16,70 36 0,53-54-1,-158-70-15,158 71 16,89-18 0,-247-53-16,264 70 15,35-17 1,36-18-1,88 1 1,-423-36-16,440 0 16,36 0-1,0-36 1,-459 36-16,477 0 16,-36 0 15,-35-17-16,-123-18 1,-18 17 0,-283 18-16,248-18 15,17 1 1,18 17 0,0 0-1,-283 0-15,248 0 16,17-18-1,-264 18-15,299 0 16,1-18 0,-54-17-1,-17 17 1,-229 1-16,194-18 16,-54-1 15,-52-17-16,-106 36-15,71-19 16,-18-17 0,35 18-1,35-35 1,36-36 0,-18 18-1,-35-18 1,-53 35-1,0-17 1,-18 0 0,-35 0-1,18-1 1,-18 72-16,0-18 16,-35-1 15,-1 1-16,-70-18 1,-35 0 0,-35 18-1,158 35-15,-176-53 16,0 35 0,177 18-16,-213-35 15,-52 17 1,0 1-1,-89-1 1,354 18-16,-407-35 16,-69-18-1,-142-35 1,599 70-16,-581-17 16,35 35 15,-71 35-16,89 18 1,176-18 0,370-35-16,-264 18 15,17 0 1,-52-18 0,-107 17-1,19 18 1,70 1-1,317-19-15,-247 1 16,89 0 0,70-18-1,36 0 1,34 0 0,19 17 15,-1-17-16,0 0 1,-17 0 0,-35-17-1,52 17-15,-53-18 16,18 18 0,36 0-16,-18 0 15,-1-18 1,-34 18-1,-1 0 1,54 0-16,-1 0 16,0 0 202</inkml:trace>
  <inkml:trace contextRef="#ctx0" brushRef="#br0" timeOffset="6290.54">13317 8043 0,'0'0'15,"-176"18"1,70 0 0,18-1 15,35 1-16,18-18 1,-36 18 0,-17-18-1,70 0-15,-87 0 16,-1 0 0,0 0-1,0-18 1,-17 18-1,-1 0 1,36 0 0,17 0-1,18 0 1,-35 0 0,53 18 15,0-1-16,-1 18 1,1 36 0,17 52-1,36-17 1,0-18 0,17 1-1,36 52 1,34 0-1,37 0 1,16-35 0,-52-18-1,0-35 1,-88-53-16,140 53 16,54-18 15,-194-35-31,193 0 15,36-17 1,-88-1 0,-18-17-1,-123 35-15,52-36 16,1 19 0,17-36-1,-70 35-15,105-52 16,36-1-1,0-17 1,-53 17 0,-54 18-1,-16-17 1,-1-18 0,-17 17 15,-18 53-31,0-35 15,0-17 1,0 17 0,-36 0-1,1 0 1,-18 0 0,36 53-16,17-17 0,-71-19 15,0-17 1,1 18-1,-36-35 1,106 52-16,-88-35 16,35-17-1,18 34 1,-36 1 0,18 17 15,18 18-16,-18 0 1,18 0 0,17 0-1,0 18 17,1 0-1</inkml:trace>
  <inkml:trace contextRef="#ctx0" brushRef="#br0" timeOffset="9628.01">30162 7990 0,'18'0'78,"70"89"-62,-70-89-16,70 88 15,-17 0 1,-36-53-1</inkml:trace>
  <inkml:trace contextRef="#ctx0" brushRef="#br0" timeOffset="10240.28">29739 8361 0,'71'53'63,"17"17"-48,35 18 1,-70-17 0,0-36 15</inkml:trace>
  <inkml:trace contextRef="#ctx0" brushRef="#br0" timeOffset="48374.24">25347 12453 0,'-18'0'0,"18"318"62,0 87-46,0-369-16,0 210 15,-17 337 1,-18-37 0,35-510-16,0 493 15,17-159 1,1-282-1,-1-176 32,1-106-31,0 177-16,-18-1 16</inkml:trace>
  <inkml:trace contextRef="#ctx0" brushRef="#br0" timeOffset="50068.36">25418 12259 0,'35'0'62,"177"0"-46,176 35 0,141-17 15,-494-18-31,653 18 15,159-18 1,-124-18 0,-18-17-1,-669 35-15,440-53 16,-211 0 0,-160 35-1,-87 18 48,53 88-48,-71-70-15,70 158 16,-17 142 0,0 52 15,-35 71-16,-1 36 1,54 52 0,-71-494-16,106 477 15,-18-36 1,-88-123 0,17-177-1,-17-158 1,0-36 15,-17 0-15,-1 18 93,-17 0-93,-141 18-1,-195-18 1,-246-71 0,-124 18-1,706 53-15,-565 18 16,71 53-1,-18-18 1,71-1 0,211-52-1,247 0-15,-70 0 16,71 0 0,-54-52 30,-52 16-30,-89 1 0,-141 17-1,124 36 1,105 17 0,107-35-16,-36 18 15,53-53 141</inkml:trace>
  <inkml:trace contextRef="#ctx0" brushRef="#br1" timeOffset="55290.27">25859 12876 0,'17'18'78,"19"-18"-47,-19 0-15,1-35 0,-1-1-1,-17 19 1,18 34 125,-36 19-16,1-36-32,-1-18-77,1 18 0,-1 0 15,18 18 344</inkml:trace>
  <inkml:trace contextRef="#ctx0" brushRef="#br1" timeOffset="56266.11">26599 12929 0,'-17'0'47,"-1"18"-31,36-18-1,17 18 1,0-18-1,-17 0 1,0 0-16,-1-36 16,1 19-1,-18-1 1,-35 18 46,-36 0-46,53 18 0,18-1 15,18-17-15,17 18-1,-52-18 126</inkml:trace>
  <inkml:trace contextRef="#ctx0" brushRef="#br1" timeOffset="57095.18">27587 12912 0,'35'17'140,"1"-17"-124,-54 0 31,-52-70-16,-19 70 0,72 17 0,52 1-15,18-18 0</inkml:trace>
  <inkml:trace contextRef="#ctx0" brushRef="#br1" timeOffset="57840.27">28399 12894 0,'-18'0'15,"-17"0"1,70 18 46,106-1-30,-123-17-1,-36-17 16,0 17-32,36 0 95,0 17-110</inkml:trace>
  <inkml:trace contextRef="#ctx0" brushRef="#br1" timeOffset="58591.23">29316 12823 0,'-18'0'31,"-17"0"-15,53 0 62,-1 0-47,71 36 1,-123-36 15,-35 0-16,87 0 141,1 17-172</inkml:trace>
  <inkml:trace contextRef="#ctx0" brushRef="#br1" timeOffset="59390.71">30180 12894 0,'-18'0'16,"1"0"328,-1 0-344</inkml:trace>
  <inkml:trace contextRef="#ctx0" brushRef="#br1" timeOffset="64740.84">26158 13776 0,'18'0'141</inkml:trace>
  <inkml:trace contextRef="#ctx0" brushRef="#br1" timeOffset="65141.21">26758 13847 0,'53'0'109,"-18"0"-109</inkml:trace>
  <inkml:trace contextRef="#ctx0" brushRef="#br1" timeOffset="65424.27">28169 13758 0,'53'0'78,"71"36"-63,-107-36-15,19 0 0</inkml:trace>
  <inkml:trace contextRef="#ctx0" brushRef="#br1" timeOffset="65640.83">30780 13864 0,'-18'0'0,"1"0"0,-54-17 16,106 34 47</inkml:trace>
  <inkml:trace contextRef="#ctx0" brushRef="#br1" timeOffset="66024.25">27411 14199 0,'-35'0'0,"70"0"0,-141 36 16,18-1 0,35 0-1,18-35 32,-54 18-31</inkml:trace>
  <inkml:trace contextRef="#ctx0" brushRef="#br1" timeOffset="66240.43">25576 14623 0,'18'0'31,"0"0"-15,-1 0-16,72 0 15,87 88 1,-35-18 0</inkml:trace>
  <inkml:trace contextRef="#ctx0" brushRef="#br1" timeOffset="66457.5">27534 15064 0,'-17'0'0,"34"0"0,-52-18 16,17 18-16,54 0 31,158 35-15,-177-35-16,89 18 0</inkml:trace>
  <inkml:trace contextRef="#ctx0" brushRef="#br1" timeOffset="66623.37">29051 15046 0,'0'0'0,"36"0"47,52 0-31</inkml:trace>
  <inkml:trace contextRef="#ctx0" brushRef="#br1" timeOffset="66823.13">30039 15275 0,'18'0'47,"52"0"-16,-17 18-15,-18-18 0</inkml:trace>
  <inkml:trace contextRef="#ctx0" brushRef="#br1" timeOffset="67041.02">30409 15487 0,'-17'0'32</inkml:trace>
  <inkml:trace contextRef="#ctx0" brushRef="#br1" timeOffset="77290.66">14552 9172 0,'-18'18'63,"1"17"-48,17-17-15,-71 70 16,18 0 0,0-17-1,53-54-15,-17 54 16,-1-18 0,36-53 15</inkml:trace>
  <inkml:trace contextRef="#ctx0" brushRef="#br1" timeOffset="78151.23">15099 9366 0,'-18'0'16,"1"-17"-1,-54 17 1,18 0 0,0 0-1,36 0-15,-36 17 16,17 1 0,19 0-1,17 34 1,35 1-1,0 18 1,53 17 0,18-35-1,35-53 1,1-35 0,-54-18 15,-53 0-16,-35 0 1,-18 18 0,-17-1-1,-18-16 1,0 16 0,0 19-1,36-1 1</inkml:trace>
  <inkml:trace contextRef="#ctx0" brushRef="#br1" timeOffset="84913.56">16633 9119 0,'-17'0'0,"-1"36"62,-17-1-46,0 35 0,-1-17-1,36-17 1,18-19 0,17 19-1,18-19 16,-35-17-15,-18 18 0,0-1 15,-18 1-15,1-18 30,-19-18-30,1-17 0,17 0-1,18 0 1,0 52 46</inkml:trace>
  <inkml:trace contextRef="#ctx0" brushRef="#br1" timeOffset="86574.35">16633 9172 0,'-17'0'47,"-1"18"16,1 0-48,-19 34 1,1-16-1,0-19 1,17 1 0,18 0-1,-18-18 1,18 35 0,0-17 15,-17-18-16,52 17 48,0 1-47,36 17-1,-18 0 1,-18-17-1,-17 0 1,17 17 0,-35 0-1,18-35-15,-18 35 16,0-17 15,0 0-15,-53 17 15,-18-17-15,54-18-16,-19 17 15,19-17 1,-1 0 0,0-53 15,18 18-16,0 0 1,0 0 0</inkml:trace>
  <inkml:trace contextRef="#ctx0" brushRef="#br1" timeOffset="87124.89">16563 9313 0,'0'-17'125,"53"17"-109,35-18-1,0 18 1,-35 0-1</inkml:trace>
  <inkml:trace contextRef="#ctx0" brushRef="#br1" timeOffset="87783.09">17110 9172 0,'-18'0'16,"0"0"-1,-70 18 1,0 35 0,35 35-1,53-70-15,-17 52 16,34 18 0,89 18-1,17-18 1,19-17-1,-1-53 1,-53-18 0,-35-53-1,-36-53 1,-17 88-16,-17-88 16,-19 18 15,1 18-16,0 17 1,-18 35 0,35 0-1,1 18 1</inkml:trace>
  <inkml:trace contextRef="#ctx0" brushRef="#br1" timeOffset="89807.4">9331 8784 0,'35'-17'125,"36"17"-109,-18 0 0,-36 0-1,19-18 16</inkml:trace>
  <inkml:trace contextRef="#ctx0" brushRef="#br2" timeOffset="102078.23">25964 12788 0,'-52'53'141,"16"0"-110,54-35 1,17-18-1,-35-18 31,-17 18-46,34 0 109,-17-35-94,0 17 0,35 18 32,1 0-47,-1 0-1</inkml:trace>
  <inkml:trace contextRef="#ctx0" brushRef="#br2" timeOffset="103739.05">25700 12665 0,'-18'0'94,"18"-36"-79,0-34 1,18-36 0,17 35-1,-17 36 1,17 35 93,-17 18-93,-18-1 0,17-17-1,-17 18 1,18 17-1,0 1 1,17 17 0,0 17-1,-35-35 1,0-17-16,18-18 16</inkml:trace>
  <inkml:trace contextRef="#ctx0" brushRef="#br2" timeOffset="104675.11">25682 12647 0,'18'0'47,"0"-18"47,52 1-63,-70-1-31,53 1 15,0-1 1,-18 0 0</inkml:trace>
  <inkml:trace contextRef="#ctx0" brushRef="#br2" timeOffset="115172.96">31609 12753 0,'0'-35'62,"18"-54"-46,17-34-1,-18 35 1,1 70 0,17 0-1,18 1 1,-35 17 15,0-18-15,-1 18-1,1 0 64,-1 35-64,-17-17-15,36 53 16,-1-1-1,36 36 1,-36-53 0,-35-35-1</inkml:trace>
  <inkml:trace contextRef="#ctx0" brushRef="#br2" timeOffset="115859.9">31627 12718 0,'17'-18'78,"18"0"-62,54-17 15,-19 17-16,-52 18-15,-1-17 16,19-1 0,17 1-1,-36 17 1</inkml:trace>
  <inkml:trace contextRef="#ctx0" brushRef="#br2" timeOffset="120582.24">28240 13829 0,'35'18'125,"53"-18"-109,-35-18 0,-17 18-1,-36-18 1,-18 18 0,0 0-1,-17 0 16,0 0-15,17 0 78,0-35-16,18 0-62</inkml:trace>
  <inkml:trace contextRef="#ctx0" brushRef="#br2" timeOffset="121124.49">28522 13899 0,'0'36'47,"0"70"-31,-18 17-1,1-17 1,17-88-16,17 34 16</inkml:trace>
  <inkml:trace contextRef="#ctx0" brushRef="#br2" timeOffset="122124.35">28628 13794 0,'53'0'32,"17"35"-1,-52-17-16,0-18 48,17 17-47,-17-17-16,-1 0 15,1 18 1,17 17 15,-35 18-15,18 18-1,-71 17 1,-71 0 0,19-35 15,52-35-16,17-36 1,19 18 15,52 0 16,53 0-31,18 0-1,-18 0 1,-35 18 0,-18 17-1,-17 18 1,-18 0 0,-18 0 15,-35 17-16,-35 1 1,18-36 0,52-35-16,-52 0 15,-19-53 1,72 53-16,-54-88 16,1 17-1,70 36 1,17 35 15,54 0-15,-1 0-1,-17 18 1</inkml:trace>
  <inkml:trace contextRef="#ctx0" brushRef="#br2" timeOffset="123557">31662 13106 0,'-18'17'16,"1"-17"-1,17 36 1,-18 52-1,-17 18 1,17-18 0,18-53-1,0-53 126,18-34-125,-18 34-16,70-53 15,-17-34 1,-18 16-1,-35 54 1</inkml:trace>
  <inkml:trace contextRef="#ctx0" brushRef="#br2" timeOffset="124523.45">31750 13070 0,'35'0'79,"-17"0"-64,0 0-15,-1 0 31,18 18-15,1-18 0,-1 35-1,-17 1 17,-18-19-1,-36 19-16,-17 16 1,1 1 0,16-17-1,19-36 1,17-18 46,35 36 1,71 35-47,17-18-1,-52 18 1,-71-36 15,-18 36-15,-17 0-1,-36 18 1,-17-18 0,-18 0 15,89-53-31,-107 17 15,36-17 1,53-17 0,-18-54-1,35 18 1,0 35 0,36 18-1</inkml:trace>
  <inkml:trace contextRef="#ctx0" brushRef="#br0" timeOffset="157073.72">23777 11977 0,'0'35'31,"0"124"-15,0 35 0,-17 70-1,17-246-15,0 300 16,17-1 0,-17-299-16,53 211 15,-35-88 1,-18-123-1</inkml:trace>
  <inkml:trace contextRef="#ctx0" brushRef="#br0" timeOffset="158932">23883 11959 0,'18'0'47,"-1"0"-31,54 0-1,88-17 1,-159-1-16,247-17 16,88-18 15,-300 53-31,388-18 15,71 0 1,-159 18 0,-123 0-1,-141 0 1,-36 0 0,0 0-1,0 0 1,-17 0-1,0 0 32,-1 18-31,36 0 0,0 17 15,-35-35-31,17 35 15,0-17 1,1-18 0,17 35-1,-36-35 1,1 106 62,-18 35-62,0 35-1,0 54 1,0-213-16,0 248 16,-35 17 15,-1-52-16,1-54 1,0-88 0,35-53-1,-124-35 173,71 0-173,36 0-15,-213 18 16,-52 17 0,-106-17-1,370-18-15,-387 18 16,34-18 0,354 0-16,-248-18 15,124 0 1,106 18-1,17 0 95,0 0-95,-17 0 1,-35 0 0,-36 0-1,-53 0 1,18 0 0,35 0-1,71 0 1</inkml:trace>
  <inkml:trace contextRef="#ctx0" brushRef="#br2" timeOffset="169910.24">22366 12382 0,'18'-52'62,"35"-37"-46,-53 72-16,88-89 15,18-18 1,-106 107-16,88-89 16,-35 71 15,-36 35-16,19 70 32,-19-52-31,1 52 0,0-34-1,-1 17 1,-17 17-1,0-35 1,0 18 0,0-35-1,-17-18 63</inkml:trace>
  <inkml:trace contextRef="#ctx0" brushRef="#br2" timeOffset="170406.87">22525 12188 0,'17'0'47,"36"0"-31,53 0 0,71-17-1,17-1 1,-53-17-1,-124 35 1,-34 0 15,-1 0 16</inkml:trace>
  <inkml:trace contextRef="#ctx0" brushRef="#br2" timeOffset="171375.39">24448 12841 0</inkml:trace>
  <inkml:trace contextRef="#ctx0" brushRef="#br2" timeOffset="172424.86">24448 13176 0,'-71'0'31,"-70"0"-15,70 18 15,-35 17-16,54 18 1,52-35 15,17-1-15,18 1 0,36 35-1,17-18 1,36-17-1,-107-1-15,107 1 16,-36-18 0,-17 0-1</inkml:trace>
  <inkml:trace contextRef="#ctx0" brushRef="#br2" timeOffset="-162438.89">27622 15205 0,'-17'-36'31,"-1"36"0,18 18 1,18 17-17,17 1 1,18-36 0,-18-18 15,1-53-16,-36-34 1,-18 34 0,0 53-1,-35 107 32,71-54-16,0-17-15,-1-18 0,-34 0 46,34 0 32,1 0-78,0 0-1</inkml:trace>
  <inkml:trace contextRef="#ctx0" brushRef="#br2" timeOffset="-161853.68">27428 15381 0,'0'35'31,"18"89"-15,-18-18-1,0 17 1,0-105-16,0 52 16,0-123 62</inkml:trace>
  <inkml:trace contextRef="#ctx0" brushRef="#br2" timeOffset="-161306.41">27534 15434 0,'18'0'0,"-36"0"0,106 0 16,-70 0-1,17 0 1,1 0-1,-1 18 1,0-18 0,-35 17-16,53 19 15,-35 17 1,-18 17 0,-35-17-1,35-35-15,-89 52 16,-17 1-1,-17-1 1,17-34 0,53-1-1,36-35 1,52-53 31,18 0-32,-18 35 1,-17 1-16</inkml:trace>
  <inkml:trace contextRef="#ctx0" brushRef="#br2" timeOffset="-160323.54">31591 14199 0,'-17'89'31,"-19"-1"-15,36-71-16,-35 124 16,17-35-1,18-88-15,0 52 16,0-34 0</inkml:trace>
  <inkml:trace contextRef="#ctx0" brushRef="#br2" timeOffset="-159422.48">31627 14182 0,'35'0'63,"0"0"-48,18 0 1,18 17 0,17 19-1,-18 17 1,-34-36-1,-19 18 1,-17 36 0,0 52-1,-53 19 1,0 34 0,-35-53 15,-18-34-16,1-54 1,-19-35 0,-17-35-1,53-18 1,70 35 0,18 0 46,35-35-46</inkml:trace>
  <inkml:trace contextRef="#ctx0" brushRef="#br2" timeOffset="-152955.86">22878 12488 0,'-18'18'63,"-53"-18"-47,54 0-16,-124 53 15,17 35 1,36 18-1,0 0 1,35 0 0,35-18-1,36-18 1,123 1 0,71-18 15,52-36-16,-52-17 1,-124-35 0,-70-35-1,-18-1 1,-18 18 0,18 36-1</inkml:trace>
  <inkml:trace contextRef="#ctx0" brushRef="#br2" timeOffset="-98647.81">4216 11889 0,'17'0'110,"36"0"-95,18 0 1,35 0 0,17-18-1,18 18 1,-123 0-16,88 0 16,17-18 15,-17 1-16,17 17 1,-17-18 0,-17 18-1,-72 0-15,71 0 16,-17 0 0,17 0-1,0 0 1,53 0-1,71 18 1,-18-1 0,-35-17-1,-142 0-15,125 0 16,-19 0 0,-17 0 15,-18 0-16,-70 0-15,88 0 16,-1 0 0,1 18-1,0-18 1,35 0 0,18 18-1,-141-18-15,140 0 16,19 0-1,17 17 1,-177-17-16,160 18 16,17 0-1,53 17 1,17 18 0,1-18 15,17-35-16,-264 0-15,229 18 16,-36-18 0,-193 0-16,176 0 15,0 0 1,0 0 0,-18 0-1,-158 0-15,123 0 16,-123 0-16,70-18 15,36 0 1,-1 1 0,36 17-1,17-18 1,-158 18-16,141-18 16,17 18 15,18 0-16,18 18 1,17 17 0,-211-35-16,229 18 15,-71-18 1,-70-18 0,0 1-1,-36-1 1,18 0-1,0 18 1,18 0 0,-17 0-1,-1 0 1,-71 0-16,107 18 16,35 0 15,-142-18-31,160 17 15,-19 1 1,-87-18 0,-36 0-1,0-18 1,1 1 0,-1 17-1,-17 0 16,17-18-15,0-17 0,0 35-1,-17-53 1,17 0 0,-35-35 15,18 17-16,-18 54-15,0-54 16,0-17 0,18 17-1,-18 1 1,0 34 0,0-34-1,0-18 1,17 17-1,-17 18 1,0 36 0,0-1-1,-17-17 1,-1-1 0,0 19 15,-70 17 31,-35-36-46,-18 36 0,35-17-1,53 17 1,-35 0-1,-36 17 1,-87 1 0,-36-18-1,-71-35 1,283 35-16,-318-53 16,53 18 15,283 35-31,-195 0 15,18 0 1,35-18 0,-17 18-1,158 0-15,-176 0 16,-106-18 0,265 18-16,-318-35 15,-53 35 1,1-18-1,-19 18 1,389 0-16,-335 0 16,17 0-1,335 0-15,-352 18 16,-18 0 0,17-18 15,-52-18-16,405 18-15,-387-18 16,17 18 0,35 0-1,318 0-15,-265 18 16,70 17 0,19 18-1,17-17 1,-18-19-1,18 1 1,0-18 0,88 0-1,36 0 1,-1 0 0,18 0 15,-17 0-16,17 0 1,17 0 0,1 17-1,70 1 79,1 17-78,-36-17-16,17 53 15,-17-1 1,0-52-16,0 88 16,18 17 15,-18-17-16,18-36 1,-36-17 0,18-17-1,0 34 1,18 1 0,-18-1-1,0-52 1,-18 17-1,18-17 1</inkml:trace>
  <inkml:trace contextRef="#ctx0" brushRef="#br2" timeOffset="-92479.55">16387 11871 0</inkml:trace>
  <inkml:trace contextRef="#ctx0" brushRef="#br2" timeOffset="-90215.83">16387 11871 0,'52'0'125,"160"18"-94,-194-18-31,229 35 31,-159-17-15,71-1-1,52 1 1,1-18 0,17 0-1,-211 0-15,247 0 16,-19-18 0,-228 18-16,176-17 15,-53-1 1,-53 0-1,18 1 1,-88 17-16,141 0 16,-1 0-1,1 17 1,0-17 0,0-17 15,-1-19-16,-140 36-15,123-35 16,-53 17 0,-52 1-1,17 17 1,17 0 0,36 17-1,-53-17 1,-18 0-1,0 0 1,1-35 0,-1 18-1,0-19 1,1-17 0,-36 0 15,17-17-16,-17-18 1,0 17 0,0 1-1,-35-1 1,17 18 0,-17-18-1,0 19 1,35 34-16,-36-35 15,1 18 1,-18 17 0,0 0-1,-35 18 1,70 0-16,-123 0 16,-17 0 15,140 0-31,-194 0 15,-35-17 1,0-18 0,18 17-1,211 18-15,-211 0 16,0 0 0,0 0-1,-18 0 1,35 0-1,18 0 1,176 0-16,-123 0 16,18 0-1,-1 0 1,1-18 15,17 18-15,18-17-1,17 17 1,54 0 0,-1 0-1,-35 0 1,-18 0 0,18 0-1,36 0-15,-18 0 16,-1 17-1,19-17 1,-1 36 0,18-19-16,-35 18 15,17 1 1,-17-36 0,0 35 15,17-35-16,18 18-15,-53 17 16,35-17 0,1 34-1,17-34-15,0 35 16,0-18 0,0 36-1,-18-1 1,0 1-1,18 0 1,-17 17 0,17-18-1,0-52-15,0 88 16,35 0 15,-17-36-15,-18-52-1</inkml:trace>
  <inkml:trace contextRef="#ctx0" brushRef="#br2" timeOffset="-63256.87">6438 12700 0,'18'0'78,"-1"0"-62,19 18-1,-1-1 1,0 1-1,1 0 1,-1-18 0,-17 0-1</inkml:trace>
  <inkml:trace contextRef="#ctx0" brushRef="#br2" timeOffset="-62475.6">6650 12876 0,'53'-17'94,"0"-1"-79,-36 18 1,1 0 0,17 0 15,1 0-15,-1 0 15</inkml:trace>
  <inkml:trace contextRef="#ctx0" brushRef="#br2" timeOffset="-61723.03">7038 12965 0,'18'0'93,"34"0"-77,-16 0 0,-19 0-1,1 0 1,0-18 46</inkml:trace>
  <inkml:trace contextRef="#ctx0" brushRef="#br2" timeOffset="-60485.73">7444 13000 0,'17'0'78,"1"0"-63,0 0-15,34-18 16,19 18 0,52 0-1,-52 0 1,-53 0 0</inkml:trace>
  <inkml:trace contextRef="#ctx0" brushRef="#br2" timeOffset="-50555.8">15311 14517 0,'17'0'78,"1"0"-62,52 17 0,72 19-1,-125-36-15,142 35 16,35 0-1,35 1 1,-194-19-16,160 18 16,-1-17-1,-177-18-15,160 18 16,70-1 0,-18-17 15,-35-17-16,-177-1-15,160 18 16,-36-18 0,18 1-1,-142 17-15,160-18 16,34 1 0,-193 17-16,211-18 15,18-17 1,-70 17-1,34 0 1,-193 18-16,176-35 16,-53 0-1,-123 35-15,88-35 16,-1 35 15,-105-18-31,106 0 16,0 1-1,-18-19 1,-35 1 0,-35-35-1,35-1 1,-36-17 0,1-18-1,-36-18 1,-34 19-1,-19-1 1,71 88-16,-35-35 16,-18-17-1,35 70-15,-52-53 16,17 17 15,0 1-15,-18 0-1,54 35-15,-89-35 16,-53-18 0,-35-18-1,176 71-15,-176-70 16,-17 17 0,17 17-1,52 1 1,1 18-1,124 17-15,-124-36 16,-53 19 0,-36-19-1,-70 19 1,283 17-16,-301 0 16,-34 0 15,316 0-31,-317 0 15,18 0 1,106 17 0,53 1-1,158-18-15,-70 18 16,35-1 0,18 1-1,-1 17 1,1 0-1,-18 71 1,0-18 0,18 1-1,35-72-15,-18 89 16,18 18 0,0-19 15,0-16-16,18-1 1,0 0 0,-18-70-16,35 52 15,-18-35 1,-17-17 0,36 17 30,-36-17-30,17 17 0,-17 1-1,18 17 1,-18-1 0,0 1 15,0-35 0</inkml:trace>
  <inkml:trace contextRef="#ctx0" brushRef="#br2" timeOffset="-44291.46">21537 13317 0,'-18'-17'32,"-70"17"-17,-18 0 1,18 0-1,0 0 1,17 17 0,-34 19-1,-1-19 1,53 1 0,35-18 15,18 18 63,18 52-79,-18 18 1,0-52-1,0-19 1,0 1 0,18-1-1,-1 36 1,-17 0 0,0 18 15,0-18-16,18 0 1,-1 0 0,1 0-1,0 17 1,-1 1 0,1 17-1,0-18 1,-1 1-1,1 0 1,0-36 0,-1-35 15,1 0 16,-1 17-32,1-17 1,0 18 0,17-18-1,18 35 1,0 1 0,35-19-1,-70-17-15,70 18 16,-18 0-1,36-18 1,-88 0-16,88 0 16,17 0-1,18 0 1,-123 0-16,70 0 16,-53 0 15,1 0 31,17 0-46,-18 0 0,-17 0-1,-1 0 1,18 0-1,18 0 1,0 0 0,18 17-1,17 1 1,-35-18 0,18 0 15,-19 17-16,1-17 1,0 0 0,0 18-1,-35-18 17,-1 0-17,1 0 1,0 0-1,17 0 1,0 0 0,18 0-1,-17 0 1,-1-18 0,18 1 15,-36 17-31,54-35 15,35-18 1,-18 17 0,-53 1-1,0 0 1,-17 0 0,17-18-1,18-18 1,-17 1-1,-19-1 1,1-17 0,35-18-1,-36 0 1,1 18 0,-36 17 15,-17-17-16,17 88-15,-17-53 16,0 0 0,0 36-1,35-1 1,-36 0 0,1-17-1,35 17 1,-18 18-1,18-17 1,-17 17 0,-18-18-1,-36 1 1,53 17-16,-87-18 16,16 18 15,19 0-16,-18-18 1,-36 18 0,-35 0-1,142 0-15,-195 0 16,-17 0 0,35 0-1,176 0-15,-88-17 16,18-1-1,35 18 1,18-35 0,-36 35-1,1-36 1,-1 36 0,18 0 15,18 0-16,0 0 1,-18 0 0,18 0-1,17 0 17,0 0-17,1 0 1,-19 0-1,19 0 1</inkml:trace>
  <inkml:trace contextRef="#ctx0" brushRef="#br2" timeOffset="-28086.18">9701 15575 0,'-17'194'47,"-1"53"-32,18-212-15,0 283 16,18-89 0,-1-123-1,1-53 1,-18-35 0</inkml:trace>
  <inkml:trace contextRef="#ctx0" brushRef="#br2" timeOffset="-27336.1">9737 15558 0,'70'-36'78,"248"-123"-47,-283 142-31,900-107 16,-900 124-1,900-17 1,-917 17-16,105 0 16,-141 70 30,18 18-30,0 18 0,18 18-1,-18-107-15,0 160 16,0 52 0,-18 71-1,18-282-15,-17 281 16,-1-87-1,18-194-15,0 105 16,0-87 0,-17-54 46,-19-53-46,36 54-16,-17-36 0</inkml:trace>
  <inkml:trace contextRef="#ctx0" brushRef="#br2" timeOffset="-26005.17">9842 16898 0,'0'35'32,"0"1"-17,18-36-15,0 35 16,88-17 0,70-1 15,89 1-16,-230-36-15,265 1 16,35-36 0,-318 53-16,266-53 15,-107 17 1,-88 19 0,-70 17-1,17 0 16,-17 0-15,0 0 62,-1 0-62</inkml:trace>
  <inkml:trace contextRef="#ctx0" brushRef="#br2" timeOffset="-24252.57">12594 16087 0,'0'17'78,"106"19"-62,-88-36-16,193 35 15,-70-35 1,-70-18-1,0 18 1,-71-17 0,35 17-1,53 0 1,71 0 0,-36-18 15,-52-17-16,-54 35 1</inkml:trace>
  <inkml:trace contextRef="#ctx0" brushRef="#br2" timeOffset="-23569.16">13617 15822 0,'-17'0'62,"17"71"-46,17-54-16,18 19 16,36-1-1,-53-35-15,52 17 16,-34-17 0,-19 18 15,-52-18 0,-18 18-15,0 35-1,35-18 1,18 0 0,0 0-1,-35-35 16,0 18-15,35 0-16,-53-18 16,18 35-1,17-17 1,0 17 0</inkml:trace>
  <inkml:trace contextRef="#ctx0" brushRef="#br0" timeOffset="-19486.09">14993 16210 0,'-18'0'32,"1"0"-17,-1 18 1,53-18 31,-17 0-32,0-18 1,-1 18 0,-34 0 46,-1 0-46,36 18 46,17-18-30,-53 0 14,1-18-30,-1 18 0,0 18 15,1 17-15,17 18-1,0-35 1,0-1-1,0-34 17,-36-1-17,19 18 142</inkml:trace>
  <inkml:trace contextRef="#ctx0" brushRef="#br3" timeOffset="-13535.68">11712 16016 0</inkml:trace>
  <inkml:trace contextRef="#ctx0" brushRef="#br4" timeOffset="-7265.88">15275 15081 0,'-17'0'47,"17"18"31,0 35-63,-36 17 1,19 19 0,-1 16-1,18 19 1,0-36-1,0-53 1,0-17 47,0 17-32</inkml:trace>
  <inkml:trace contextRef="#ctx0" brushRef="#br4" timeOffset="-6404.35">15011 15169 0,'35'0'78,"0"-17"-62,18-1 0,35-17-1,-70 35-15,17-18 16,-17 18 46,0 0-15,-1 18-16,1 88 1,-18-71-17,35 18 1,0-35 0,-35-1 77</inkml:trace>
  <inkml:trace contextRef="#ctx0" brushRef="#br4" timeOffset="-5494.11">14235 16281 0,'17'0'78,"36"0"-62,88-18 0,-35 18-1,-18-18 1,-17 18-1,-1 0 1,1 0 0,-53 0-16,17-17 15,-18 17 1</inkml:trace>
  <inkml:trace contextRef="#ctx0" brushRef="#br4" timeOffset="-4680.11">14393 15910 0,'-17'0'47,"-19"36"-32,-16 34 1,-19 1 0,71-54-16,-71 71 15,-34-17 1,52-36 0,53-17-1,53 35 157,52 53-156,37 52-1,-54-87 1,-88-53-16,53-1 16</inkml:trace>
  <inkml:trace contextRef="#ctx0" brushRef="#br4" timeOffset="-4069.71">15117 16263 0,'17'0'125,"71"18"-110,159-1 1,-53-17-1,-194-17-15,124-1 16,-54-17 0</inkml:trace>
  <inkml:trace contextRef="#ctx0" brushRef="#br4" timeOffset="-3351.1">15893 15910 0,'0'18'79,"70"52"-64,-17-17 1,0 0-1,-18-35 1,-52 0 78,-1-1-79,0 18 1,-35-35 47,1 0-48,16 0 1,1 18-1,35 0-15,-18 35 16,-17 17 0,35-52-16,0 0 15,-35-18 48</inkml:trace>
  <inkml:trace contextRef="#ctx0" brushRef="#br4" timeOffset="-2636.07">14975 16616 0,'18'159'141,"-18"-18"-126,0-124-15,0 213 16,0-19 0,0-123-1,0-70 1,-18-36 31,1-70-32,17 71-15,0-54 16</inkml:trace>
  <inkml:trace contextRef="#ctx0" brushRef="#br4" timeOffset="-2074.48">14834 17163 0,'53'88'78,"-35"-35"-63,-18-36-15,70 107 16,36-18 0,-18-18-1,-70-88-15,53 18 16,-18-36 0,-18-88-1,-18-17 1,1-19-1,17 19 1,1 70 0,-36 35-1</inkml:trace>
  <inkml:trace contextRef="#ctx0" brushRef="#br4" timeOffset="-202.11">14005 14817 0,'0'17'15,"0"54"1,0-54-16,18 72 16,-18 87-1,-35 71 1,-1 88 0,36-317-16,0-1 0,-35 336 15,-18 53 1,53-89-1,35-52 1,-35-247-16,36 176 16,-1-106-1,-35-71 1,53 19 93,53-1-93,70 18 0,36 35-1,-195-88-15,248 71 16,35-18-1,-18 0 1,-264-53-16,193 17 16,36 1-1,-229-18-15,0 0 0,158 0 16,-35-18 0,-88 1 15,-35 17-31,-18-18 0,17 18 15,-17-18 17,36-17-1,-1-18-15,0-70-1,-35-71 1,0 0-1,0-36 1,-17 213-16,-1-195 16,18 0-1,0 195-15,-35-213 16,-1-70 0,-17 1 15,0 87-16,36 194-15,-1-70 16,1 70 0,17-17 77,0 18-77,-71-19 78,18 1-79,-53 0 1,-70-18 0,158 35-16,-211-52 15,-53-36 1,52 88 0,-17 18-1,230 0-15,-212 18 16,105-18-1,54 0 1,52 0 31,-106 17-31,19 19 15,-1-19-16,70-17 1,19 0 0</inkml:trace>
  <inkml:trace contextRef="#ctx0" brushRef="#br4" timeOffset="-195629.35">14340 8184 0,'0'0'0,"-17"-17"31,-1 17-16,18-18 1,-17 1 15,-54-1-15,-70-53 0,-71 1-1,18 17 1,71 35-1,105 18-15,-158 0 16,17-17 0,35 17-1,-52-18 1,0 18 0,35 0 15,123 0-31,-88 0 15,-53 53 1,1-18 0,16 18-1,72-18 1,35-17 0,35 17-1,0 71 1,0 0-1,0 17 1,0-105-16,-18 105 16,18 1-1,0-106-15,0-1 0,18 107 16,17-36 0,0-35 15,18 17-16,-35-52-15,35 35 16,52 0 0,54-18-1,35 0 1,0-17 0,53-18-1,-229 0-15,264-18 16,0 18-1,1-17 1,-266 17-16,248-18 16,-36-35-1,-211 53-15,211-35 16,-53-18 15,-35 0-15,-52 0-1,-72 0 1,-17-88 0,0 124-16,0-142 15,-53-35 1,0 53 0,-17 35-1,70 88-15,-88-70 16,-18 17-1,18 19 1,0 34 0,35 18-1,-18-18 1,36 18 0</inkml:trace>
  <inkml:trace contextRef="#ctx0" brushRef="#br0" timeOffset="-153844.45">3810 10495 0,'0'18'63,"35"70"-32,-17-53-16,0 1 1,34-1 0,-16 0-1,-19-35 1,19 18 0,-19-1-1,19 19 1,-1-1-1,18 18 1,-36-53-16,19 17 16,-19-17 15,1 0-15,0 0 15,52-52-16,1-1 1,52-36 0,-17 1-1,35-35 1,-17 17 0,-36 35-1,-35 36 1,-53 17-1,17 1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32161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6-04T14:45:55.759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2787 7990 0,'18'0'109,"35"0"-93,35 0-1,70 18 1,36 0 0,53-18-1,53 0 1,-17 0 0,-266 0-16,230-18 15,18 18 1,-36 0-1,0 18 1,-211-18-16,211 17 16,18-17-1,0 0 1,-229 0-16,176 0 31,35-17-15,-211 17-16,211 0 15,18 0 1,-229 0-16,193 0 16,-52-36-1,-18 19 1,-17 17 0,-107 0-16,107 0 15,34 17 1,-34 1-1,-1-18 1,-34-18 0,-1 1-1,-71 17-15,89-18 16,18 18 15,-107 0-31,89-17 16,18-1-1,-36 18 1,-35 0 0,-18 0-1,18-18 1,0 18 0,17 0-1,-17-17 1,0-1-1,-53 0-15,36-17 16,17-18 0,-53 35-16,35-52 15,0-1 1,-17 1 0,-18 52-1,17-52 1,-17 52-16,0-88 15,-53-17 1,36 34 0,-1 37-1,18-19 1,-17 18 0,17 35-16,-36-34 15,19 16 1,-19 36-1,1-17 1,17-1 0,-35 18-1,-17 0 1,-1 0 15,-34-18-15,16 18-1,36 0 1,-17 0 0,-1 0-1,-35 0 1,-17 0 0,-18 0-1,17 18 1,1 0-1,105-18-15,-88 17 16,-17-17 0,0 18-1,-19-18 1,125 0-16,-107-18 16,1 18 15,-1 0-16,107 0-15,-124 0 16,-18 0 0,-35 18-1,176-18-15,-158 18 16,-1-18 0,160 0-16,-177 0 15,-36 0 1,19 0-1,-1 0 1,18 0 0,18 17-1,158-17-15,-141 18 16,-35-18 0,0 0 15,18 17-16,158-17-15,-141 0 16,36 0 0,17 0-1,89 0-15,-72 0 16,-17 0 0,18 0-1,-18 0 1,1 0-1,-1 0 1,18 0 0,-1 0-1,37 18 1,34-18-16,0 0 16,1 0 15,-1 18-16,-35-18 1,0 0 0,18 17-1,0-17 1,17 0 0,-17 0-1,17 0 1,18 18-1,-18-18 1,1 18 0,-19 17-1,1 0 1,0 36 0,17 17 15,1-18-16,17-52-15,0 53 16,17 35 0,1-18-1,35 18 1,-36-18 0,1-53-1,-18 0 1,18 1-1,17-1 1,0 18 0,1-18-1,-1-17 1,0-1 0,18-17 15,35 0-16,0 0 1,-17 0 0,0 0-1,-1 18 1,1-18 0,-54 0-16,36 0 15,18-18 1,-18 1-1,-18 17 1,-17 0-16,-1 0 16,1 0 15</inkml:trace>
  <inkml:trace contextRef="#ctx0" brushRef="#br0" timeOffset="129374.61">13018 5115 0,'0'53'16,"-53"229"0,53-264-16,-18 17 0,-70 371 15,-53 176 1,0 0-1,52 88 1,89-634-16,-35 546 16,53-229-1,-1-230 1,-17-158 46,-17 0-62</inkml:trace>
  <inkml:trace contextRef="#ctx0" brushRef="#br0" timeOffset="131340.65">13370 4904 0,'18'0'47,"0"0"-31,105 0 0,265-18-1,-353 18-15,689-18 16,210 1-1,-863-1-15,952 18 16,124 0 0,-248 71-1,-193-54 1,-671 1-16,300 0 16,-247-18 15,-70 0 47,0 0-62,34 52 15,-16 37 0,-19-89-15,54 158-1,-53 1 1,-18-141-16,17 229 16,-17 105 15,0-334-31,-53 476 15,-35 176 1,35-70 0,18-124-1,35-458-15,-53 352 16,-18-87 0,71-266-16,-35 230 15,0-88 1,17-71-1,18-53 1,0 1 0,0-1-1,0-17 1,-17 17 0,-1 35 15,18-17-16,0-17 1,-18 16 0,18 1-1,-35-17 1,17-1 0,1-35-1,-36 35 1,-53 1-1,88-36-15,-158 35 16,-141 18 0,-89 0-1,-159 0 1,530-53-16,-635 0 16,-124-36 15,741 36-31,-652-88 15,105 0 1,71-18 0,17 0-1,477 106-15,-406-123 16,88 52 0,106 18-1,36 18 1,34 0-1,160 35-15,-125-36 16,54 19 0,71-1-1</inkml:trace>
  <inkml:trace contextRef="#ctx0" brushRef="#br0" timeOffset="132874.91">13406 5327 0,'0'18'63,"0"52"-48,0 1 1,0-18-1,0-18 1,0-53 62,0-17-62,0-36-1,0 19-15</inkml:trace>
  <inkml:trace contextRef="#ctx0" brushRef="#br0" timeOffset="133390.62">13423 5274 0,'0'0'0,"35"-18"16,-17 18-1,35 0 1,53 0-1,-89 0-15,72 0 16,-1 18 0,-53 0-1,0-1 1,-17 1 0,0 0-1,-18-1 1,0 36 15,-18 0-15,-17 35-1,-18-17 1,18-36 0,17-17 15</inkml:trace>
  <inkml:trace contextRef="#ctx0" brushRef="#br0" timeOffset="133797.5">13476 5609 0,'0'18'31,"35"-18"1,18 35-17,35 0 1,36-17 0,-106-18-16,70 18 15,-18-18 1</inkml:trace>
  <inkml:trace contextRef="#ctx0" brushRef="#br0" timeOffset="134341.62">14129 5292 0,'53'88'31,"-36"-35"-15,-17-36-16,18 89 15,0 71 1,-18-1-1,35-53 1,-35-105 0,0-88 31,0-19-32</inkml:trace>
  <inkml:trace contextRef="#ctx0" brushRef="#br0" timeOffset="134873.47">14270 5362 0,'35'0'16,"18"-17"-1,53 17 1,17 17 0,1 1 15,17 17-16,18 0 1,-36 1 0,-35-19-1,-70 1 1,-18 0 0,0 35-1,-18 17 1,18-52-16,-70 88 15,-36 17 1,18-17 0,17-18-1,36-53 1,17-35-16,1 18 16,-19-18 30</inkml:trace>
  <inkml:trace contextRef="#ctx0" brushRef="#br0" timeOffset="135244.67">14270 6085 0,'53'18'15,"-18"-18"1,18 35 0,70-17 15,36 0-16,18-1 1,-36-17 0,-71 0-1,-52 0 1,-36 0 46</inkml:trace>
  <inkml:trace contextRef="#ctx0" brushRef="#br0" timeOffset="135791.54">13388 6032 0,'0'53'47,"-35"71"-31,35-106-16,-18-1 0,-17 177 15,-1 36 1,36-54 0,0-158-16,0 140 15,0-87 1,0-54-1,0-87 17,0 17-17</inkml:trace>
  <inkml:trace contextRef="#ctx0" brushRef="#br0" timeOffset="136441.6">13370 6103 0,'36'0'16,"16"0"0,54 0-1,35 0 1,36 0 0,-18 18 15,-142-1-31,124 19 15,0-1 1,-52 0 0,-36-17-1,-36-18 1,-17 17 0,18 19 15,-18 52-16,-53 71 1,0 17 0,-18-35-1,19 0 1,34-105 0,18-19 15,-18-17 47</inkml:trace>
  <inkml:trace contextRef="#ctx0" brushRef="#br0" timeOffset="136965.54">13317 7020 0,'53'0'93,"229"0"-61,-264 0-32,0 0 0,370 0 31,-88 18 0,-283-18-15</inkml:trace>
  <inkml:trace contextRef="#ctx0" brushRef="#br0" timeOffset="137790.97">14834 6509 0,'0'53'47,"0"-36"-32,0 89 1,0 35 0,0-123-16,-17 88 15,17 0 1,-18-71 0,18-141 30,0-35-30,0 123-16,-18-158 16,18 158-16</inkml:trace>
  <inkml:trace contextRef="#ctx0" brushRef="#br0" timeOffset="138357.29">14870 6350 0,'35'0'16,"-70"0"-16,158 0 15,-17 0 1,17 18 0,-105-18-16,70 35 15,0-17 1,-70-18 0,-18 35 62,0 159-63,-18 0 17,1-176-17,-19 87 1,36-52-1,-17-35 1,-1 0 62</inkml:trace>
  <inkml:trace contextRef="#ctx0" brushRef="#br0" timeOffset="138807.37">14676 7108 0,'17'0'62,"71"0"-46,-70 0-16,123 18 15,0 0 1,-35-1 0,-71-17-1</inkml:trace>
  <inkml:trace contextRef="#ctx0" brushRef="#br1" timeOffset="179425.02">13247 5592 0,'17'0'62,"-34"-18"79,-1 0-110,36 36 313,17-18-329,-35 18 1</inkml:trace>
  <inkml:trace contextRef="#ctx0" brushRef="#br1" timeOffset="184047.4">13600 5468 0</inkml:trace>
  <inkml:trace contextRef="#ctx0" brushRef="#br1" timeOffset="189633.48">13688 5450 0</inkml:trace>
  <inkml:trace contextRef="#ctx0" brushRef="#br2" timeOffset="-32460.41">22578 2328 0,'0'-17'0,"-18"17"15,0 0 32,-70 0-31,0 17-1,-18 1 1,18-18 0,-18 0 15,89 0-31,-89 0 15,-35 0 1,0-18 0,17 1-1,89 17 1,17 0 93,18 35-77,-17 71-17,-1-71 1,18 141-1,-18 36 1,18-18 0,0-176-16,0 176 15,0 35 1,36-17 0,-1-18-1,0-71 1,-35-17-1,0-35 1,0-36 0,18-17-1,-18-1 17,0 1-1,17-18 94,36 18-110,-35-18-15,70 17 16,18 1 0,-35-18-1,-19 0 1,-16 0 0,34 17 15,36 1-16,18 0 1,-54-18 0,-52 0-1</inkml:trace>
  <inkml:trace contextRef="#ctx0" brushRef="#br2" timeOffset="-31227.18">22631 2893 0,'-36'0'47,"1"0"-31,-18 17-1,0 19 1,-17-19-1,-1 19 1,54-36 0,-1 17-1,18 1-15,-18 17 16,1 36 0,-1 52 15,18 18-16,18-35 1,17-35 0,-17-54-1,17 1 1,18-18 0,0-18-1,-36 1 1,19-1-1,-19-17 1,18-18 0,-17 18-1,-18-71 1,0 0 0,0 35 15,0 36-16,0 17 1,-18 1 0,1-18-1,-1 17 1,1 0 15</inkml:trace>
  <inkml:trace contextRef="#ctx0" brushRef="#br2" timeOffset="-30618.6">23036 3898 0</inkml:trace>
  <inkml:trace contextRef="#ctx0" brushRef="#br2" timeOffset="-28836.57">23301 2699 0,'0'35'78,"18"53"-62,-18 53-1,17 36 1,-17-19-1,0 1 1,18-159-16,-18 159 16,18-36-1,-18-17 1,0-53 0,0-35 15</inkml:trace>
  <inkml:trace contextRef="#ctx0" brushRef="#br2" timeOffset="-27855.29">23760 3845 0,'17'0'47,"18"18"-16,1-18-15,-19 18-1,-17-1-15,36 1 16,-19-1 0,-17 1-1,18 17 1,-18 1 0,-35 17-1,-1 0 1,1-18-1,17 0 1,1-35 0,17 18 15,-18-18 16,18 17-16</inkml:trace>
  <inkml:trace contextRef="#ctx0" brushRef="#br2" timeOffset="-24296.16">24448 3034 0,'-36'53'94,"19"-18"-78,-19 36-1,1 34 1,35-87-16,-71 123 16,1 0 15,17-35-16,53-53 1,18-18 0,-1-35-1,36-17 1,0-36 0,-53 35-16,18-52 15,17-19 1,0-16-1,18 34 1,-53 53-16,71-35 16,-54 18-1,-17 18 1,0-1-16,18 0 16,-18 1 15,0-19-16,0 19 1</inkml:trace>
  <inkml:trace contextRef="#ctx0" brushRef="#br2" timeOffset="-23858.09">24730 3916 0</inkml:trace>
  <inkml:trace contextRef="#ctx0" brushRef="#br2" timeOffset="-23339.22">25171 2787 0,'0'18'32,"17"70"-17,1 18 1,17-18 0,-35-71 15,0-34 31</inkml:trace>
  <inkml:trace contextRef="#ctx0" brushRef="#br2" timeOffset="-22806.04">25418 2716 0,'0'0'0,"35"0"31,35-17-16,36 17 1,18 17 0,-18 1-1,-89-18-15,36 18 16,-18-18 0,-35 17-1,0 1 16,18 88-15,-18 53 0,-18 35-1,18-177-15,-35 212 16,35-34 0,0-90 15,0-69-16,0-19 1</inkml:trace>
  <inkml:trace contextRef="#ctx0" brushRef="#br2" timeOffset="-13355.48">24536 3122 0,'-36'18'47,"19"-1"-32,-18 1 1,17 0 0,18-1-1,-18 1 1,-17 35 0,0-18-1,-1 36 1,-17-1-1,18 1 1,35-1 0,0 1-1,0-36 1,0 0 0,18-35 15,-1 18 0,1-18-15,35 35-1,-18-17 1,-17-18 0,35 0-1,0 0 1,0 0-1,0-18 1,-18 1 0,18-1-1,0-17 1,0-36 0,-36 1 15,1-1-16,-18-17 1,-18 17 0,1 1-1,-1-1 1,-35 1 0,53 52-16,-35-52 15,0 34 1,-1 36-1,19 0 48</inkml:trace>
  <inkml:trace contextRef="#ctx0" brushRef="#br2" timeOffset="-9306.17">26529 4163 0,'0'35'125,"-18"106"-109,1-141-16,-89 194 16,-18-35 15,107-159-31,-107 106 15,36-36 1,123-176 31,1 36-31</inkml:trace>
  <inkml:trace contextRef="#ctx0" brushRef="#br2" timeOffset="-8419.37">27076 3087 0,'-36'17'16,"-34"54"-1,-1 70 1,1 53-1,52-17 1,18-54 0,53-70-1,0-18 1,-18-35 15,-17-17 0,17-54-15,0 0 0,-17-52-1,-18-1 1,0 54 0,0 52-16,0-17 15</inkml:trace>
  <inkml:trace contextRef="#ctx0" brushRef="#br2" timeOffset="-7339.31">27340 4039 0,'18'0'141,"0"0"-126,-18 18-15,0 0 16,35-1 0,-18 1 15,1 17-16,-18-17 17,0-1-1,18 1 16,-18 0-32,0 35 1,-18 17 0,0-17-1,18-35 1,-17-18 31,17 17-32</inkml:trace>
  <inkml:trace contextRef="#ctx0" brushRef="#br2" timeOffset="-4943.44">27764 3193 0,'17'0'78,"54"0"-47,-54 0-15,1 0-1,35 35 1,-18 0 0,1 36-1,-19-36 1,1-17-1,-18-1 17,0 1-17,-35 52 1,-36 19 0,36-19 15,-1-17-16,19-35-15,-18 17 16,-1 0 0,19-17-1,34-18 142,36 18-142,-35-18 1,52 0-1,19 17 1,34-17 0,-17 36-1,0-36 1,-53 17 0,-36-17-1,1 0 16</inkml:trace>
  <inkml:trace contextRef="#ctx0" brushRef="#br2" timeOffset="-3481.88">28240 2222 0,'0'18'16,"18"-18"-1,34 35 1,54 1 0,0-19-1,0 1 1,-53 0 0,-18-1 15,18 19-16,35-36 1,0 35 0,-52-35-1,-1 0 1,-17 17 0,-1 19-1,36 17 1,-18-18-1,1 0 1,-19 0 0,1 18-1,0 18 1,17 52 0,0 54 15,0 17-16,-35-177-15,18 177 16,0-35 0,-18-141-16,0 88 15,0-18 1,-18-18 0,18 1-1,0-53-15,0 52 16,0-34-1,0-1 1,-18-18 15,1-17 110,-1 18-125,1 17-1,-19-17 1,-17 0-1,-17 17 1,-54 0 0,1 0-1,-18 1 1,17 17 15,36 17-15,53-35-1</inkml:trace>
  <inkml:trace contextRef="#ctx0" brushRef="#br2" timeOffset="5641.84">22102 5186 0,'-18'0'110,"-88"0"-95,-17 17 1,-71 19 0,52-36 15,37 17-16,69 1 1,19 70 187,17-17-187,0-54-16,-18 213 15,0 17 1,1-36 0,-1-17-1,18-176-15,-18 123 16,18-53 0,0-52-1,0-19 1,-17-17-1,17 36 1,0-19-16,0 36 16,-18 0-1,18 18 1,-17-19 0,17-34 15,0 0-16,0 17 32,-18 0-31,0 18 0,1-18-1,17-17 1,0 17-1,0-17 17,17-18 77,1 0-93,17 18-1,18-18 1,71 17 0,-1 1-1,1 0 1,-36-18-1,0 0 1,35 0 0,1 0-1,-36 0 1,-35 0 0,-35 0 15,-1 0-16,1 0 1,17 0 0,-17 0 15,-1 0 78</inkml:trace>
  <inkml:trace contextRef="#ctx0" brushRef="#br2" timeOffset="12992.61">25259 5362 0,'18'18'78,"-1"123"-63,-17-123 1,-17 440 0,-1-211 15,0-35-16,18-71 1,0-70 0,0-54-1</inkml:trace>
  <inkml:trace contextRef="#ctx0" brushRef="#br2" timeOffset="13894.74">24448 6597 0,'35'0'47,"-18"35"-31,1-35-16,0 36 15,-18-1 1,-18 0 0,-17-17-1,35-1 1</inkml:trace>
  <inkml:trace contextRef="#ctx0" brushRef="#br2" timeOffset="14611.42">26123 6615 0,'53'35'31,"0"18"-15,-35 88-1,-1 18 1,-17-1-1,-35-52 1,0-71 0,-36-70 46,18 18-46,36 17-16,-36-18 0</inkml:trace>
  <inkml:trace contextRef="#ctx0" brushRef="#br2" timeOffset="15544.53">23036 5786 0,'-70'17'47,"-18"36"-31,-71 106-1,106-18 1,53-123-16,0 105 16,53 1-1,17-19 1,19-52 15,-36-53-15,-1-53-1,-52 36-15,36-160 16,-1-87 0,-17 17-1,-18 229-15,0-176 16,-53 53 0,-18 71-1,-17 34 1,17 19-1,71 34 17,0 1-17</inkml:trace>
  <inkml:trace contextRef="#ctx0" brushRef="#br2" timeOffset="16394.45">26988 5786 0,'-36'17'16,"-34"18"15,-1 54-15,36 69-1,35-52 1,35-35 0,-35-54-16,88 36 15,53 0 1,1-53 0,-37-35-1,-34-36 1,-53-34-1,-18-19 1,-53-17 0,-18 18-1,18 87 1,53 19 0,-17 17 15,17 17 0</inkml:trace>
  <inkml:trace contextRef="#ctx0" brushRef="#br2" timeOffset="17394.53">28240 5115 0,'106'36'31,"0"-1"-16,-89-35-15,142 35 16,53-17 0,-124-18-1,-53 17 1,-17-17 31,35 18-32,-36-18 1,19 18 0,-36 17 31,17 36-32,-17 52 1,0 71-1,0-176-15,18 229 16,-18 0 0,0-71-1,-35-35 1,17-17 0,0-19 15,18-87-31,0 53 15,-17-19 1,-1-52 62,0 0-62,-52 18-1,-71 0 1,-53-1 0,-36 19-1,213-36-15,-213 17 16,54 36 0,70-18 15,53 1-16,36-36 1</inkml:trace>
  <inkml:trace contextRef="#ctx0" brushRef="#br2" timeOffset="39926.39">25329 4004 0,'-52'124'78,"16"17"-62,19-124-16,-19 177 15,1-70 1,35-107-16,0 36 16,0 18-1,0-18 1</inkml:trace>
  <inkml:trace contextRef="#ctx0" brushRef="#br2" timeOffset="40830.84">24941 4674 0,'18'18'31,"17"0"-16,-17 17 1,0 0 0,-1-35-16,-17 18 15,18-1 1,-1-17 31,36 0-32,-17 0 1,-19-17 0,1 17-1,0-18 1,-1 18-16,1-18 31,17-17-15,0 18-1,-17 17 1,0 0 15,-1 0-15,1-18 0,17-17-1,1 17 1,-19 0-1</inkml:trace>
  <inkml:trace contextRef="#ctx0" brushRef="#br2" timeOffset="42027.9">25770 4921 0,'18'36'93,"35"34"-77,18-17 0,70-18-1,-124-17-15,195 0 16,123-1-1,-317-17-15,405 35 16,-35-17 0,-123-53-1,-71-53 1,-53-36 0,88 36 15,142 17-16,-1 36 1,-176-18 0,-176 36-1</inkml:trace>
  <inkml:trace contextRef="#ctx0" brushRef="#br2" timeOffset="42610.58">29245 4480 0,'18'36'78,"70"52"-62,-88-71-16,53 19 15,106 87 1,-142-123-16,89 53 15,-88-53 1,-36 18 15,-52-1-15,-1 1 0,1 17-1,34 1 1,1 16-1,0-16 1,-18 17 0,18-18-1,17-17 1</inkml:trace>
  <inkml:trace contextRef="#ctx0" brushRef="#br2" timeOffset="43225.92">30268 4727 0,'-35'0'15,"-36"0"1,-34 35 0,34 54-1,53-89-15,1 123 16,52 1-1,-35-107-15,88 107 16,89-18 0,-71-106-1,-71 0 1,-18-71 0,-34-70 15,17 123-31,-35-123 15,-18 18 1,35 87 0</inkml:trace>
  <inkml:trace contextRef="#ctx0" brushRef="#br2" timeOffset="43596.99">31133 5309 0,'-18'0'47,"36"0"31</inkml:trace>
  <inkml:trace contextRef="#ctx0" brushRef="#br2" timeOffset="44410.92">31521 4516 0,'17'0'0,"-34"0"0,211 52 16,-177-52-16,177 71 15,-105 0 1,-54-36-1,-53 35 1,-52 1 0,-19 17-1,37-17 1,34-36 0,36-17 62,34 17-63,-52-17-15,89 52 16,-36-17 0,-53-35-16,53 17 15,-36 18 1,-17 0-1,-53 0 1,-35-18 0,-35-17-1,34-1 1,54-17 0,0 0 46,17 0-46,18-17-16,-17 17 0</inkml:trace>
  <inkml:trace contextRef="#ctx0" brushRef="#br2" timeOffset="54994.54">22931 7620 0,'-89'35'32,"72"-35"-17,17 18-15,-36 35 16,19 17 0,70 19-1,17-1 1,1-35-1,-1 0 1,-34-36 0,-1-17-1,0-53 1,1-105 15,-19 52-15,-17 53-1,-17 53 64,-1 53-48</inkml:trace>
  <inkml:trace contextRef="#ctx0" brushRef="#br2" timeOffset="55696.65">25312 7655 0,'-53'-17'15,"0"17"1,-18 17 0,-17 89-1,18 0 1,52 0 0,53-36-1,53 19 1,54-37-1,-19-34 1,-17-53 0,-53-18-1,-36-35 1,-17-53 0,-35-1 15,18 72-16,17 52 1,0 36 47</inkml:trace>
  <inkml:trace contextRef="#ctx0" brushRef="#br2" timeOffset="56799.71">26476 8043 0,'18'18'78,"-1"-18"-47,19 35-15,87 53 0,18-35 15,-53-35-16,18-18 1,-71-88 0,18-53-1,0 35 1,-53 35 0,-17 18-1,-1 36 1,0-1-1,-17 0 1,17 18-16,-52-35 16,-1 18-1,1 17 1,34 0 0,19 0 15,-1 0-16,1 17 1,-36 1 0,17 35-1,19-18 1,34-35 0,19 18-1,-36-1 79</inkml:trace>
  <inkml:trace contextRef="#ctx0" brushRef="#br2" timeOffset="57360.84">25876 7973 0,'0'0'0,"53"0"16,-18 17 0,1 36-1,-1-17 1,0-19-1,-35 1 1,0 0 0,-17 17-1,-19 18 1,-34 17 0,-1 18 15</inkml:trace>
  <inkml:trace contextRef="#ctx0" brushRef="#br2" timeOffset="57894.5">24342 8149 0,'17'0'0,"19"53"16,-19 53 0,-17-18-1,-53 36 1,53-107-16,-123 89 16,17-35 15,53-36-16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84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4.32161" units="1/cm"/>
          <inkml:channelProperty channel="Y" name="resolution" value="32.14286" units="1/cm"/>
          <inkml:channelProperty channel="T" name="resolution" value="1" units="1/dev"/>
        </inkml:channelProperties>
      </inkml:inkSource>
      <inkml:timestamp xml:id="ts0" timeString="2026-06-04T14:49:26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2487 7726 0,'18'0'32,"17"0"-1,159 35 0,-88-17-15,-88-18-16,193 17 15,107 1 1,34-18 0,19 18-1,-353-18-15,317 0 16,-18 17 0,-299-17-16,282 18 15,-18 0 1,-18 35-1,1-18 1,-247-35-16,193 17 16,19-17-1,70 0 1,-283 0-16,301 0 16,52 0 15,-35 0-16,-317 0-15,246 0 16,36-17 0,18-1-1,123 18 1,0 18 0,-424-18-16,389 0 15,0 0 1,-71 0-1,18 0 1,35-18 0,0 18-1,-371 0-15,336 0 16,-71 0 0,-88 0 15,18-17-16,-194 17-15,229-18 16,88 18 0,-300 0-16,353 0 15,-53 0 1,-88 0 0,-70-18-1,-1 18 1,0 0-1,-158 0-15,194 18 16,-18 0 0,-71-18-1,-52 0 1,35 0 0,52 17 15,-140-17-31,176 18 15,-35-18 1,-89 0 0,-34 0-1,-19 0 1,19 0 0</inkml:trace>
  <inkml:trace contextRef="#ctx0" brushRef="#br0" timeOffset="7534.87">2540 10936 0,'35'0'172,"212"0"-140,194 35-1,-194-17-16,35-18 1,-17 0 0,-247 0-16,176-18 15,-36 1 1,-52 17 0,0 0-1,-88 0-15,87 0 16,1 0-1,-88 0-15,123 0 16,0 0 0,-53 17-1,1-17 1,-1 18 0,18-18 15,-1 18-16,-16-18 1,-54 0 0</inkml:trace>
  <inkml:trace contextRef="#ctx0" brushRef="#br0" timeOffset="12829.51">7779 10883 0,'70'0'62,"71"0"-46,106 0 0,88 18-1,-317-18-15,370 35 16,18 0-1,17 18 1,-405-53-16,264 36 16,-70-1-1,-36 0 1,-158-35-16,158 18 16,-35-18 15,-123 0-31,70 17 15,-53-17 1,-17 0 0</inkml:trace>
  <inkml:trace contextRef="#ctx0" brushRef="#br0" timeOffset="19311.36">2663 13070 0,'53'18'94,"0"-18"-78,53 18-1,106-18 1,17 17 0,53 1-1,-264-18-15,264 0 16,18 18 0,18-18-1,-301 0-15,301 0 16,-1 0-1,-282 0-15,265 0 16,-17 0 0,-72 0-1,36 0 1,35 0 15,18 0-15,-282 0-16,264 0 15,53 17 1,0-17 0,18 0-1,53 18 1,-89 0 0,-299-18-16,229 0 15,-53 0 1,-53 0-1,-35 0 1,-36 0 0,-17 0-1,-35 0-15,35 0 16,53 17 0,0 1 15,17-18-16,-17 0 1,-53 0 0,0-35-1,0-18 1,0 0 0,17 17-1,-52 36-15,35-35 16,-36-18-1,1 0 1,0 0 0,-18-52-1,0 87-15,35-88 16,-35 0 0,0 0 15,0 36-16,-18 52-15,-35-52 16,0-1 0,1 18-1,52 36-15,-71-19 16,-35-34 0,-35-1-1,-35 18 1,-18 18-1,0 17 1,-18 18 0,-17 0-1,-36-17 1,18 17 0,-18 0 15,248 0-31,-301-18 15,-105 0 1,-18-17 0,18 18-1,405 17-15,-282 0 16,53 0 0,53 0-1,177 0-15,-160 0 16,-52 17-1,-124 1 1,-17-18 0,52 35-1,301-35-15,-230 35 16,-18 1 0,53-1 15,1 18-16,193-53-15,-158 17 16,35 36 0,17 0-1,1-17 1,17-1 0,88-35-16,-70 17 15,-18-17 1,88 0-1,1 18 1,17 0 62,0-1-62,0 19-1,0-1 1,0 18 0,17-18-1,-17 0 1,0 1 0,0-19-16,0 1 15,0 17 1,-17 18-1,17 0 1,0-18 0,0 18-1,0 0 1,0-35 15,0 17-15,0-17-1,-18 17 1,1-17 0,-1 35-1,0-18 1,18 0 0,-35 0-1,35-17 1,0 0 93</inkml:trace>
  <inkml:trace contextRef="#ctx0" brushRef="#br0" timeOffset="24594.48">9102 14252 0,'35'0'47,"71"0"-16,-53 0-15,123 0 0,89 36-1,-248-36-15,318 52 16,36 1-1,87-35 1,-422-18-16,422 35 16,19-17-1,16 17 1,-457-35-16,369 18 16,-87-18 15,-124 0-16,-176 0-15,52 0 16,-52 0 0,-1 0-1,19 0 1,-1-18 0,36-17-1,-54 35-15,54-71 16,-1-17-1,1-18 1,-71 89-16,18-107 16,-1-35-1,-34 36 1,17 52 0,-18 1 15,-17 17-16,-1-18 1,-34 18 0,-1-17-1,-52-1 1,-54 1 0,-17-1-1,-35 1 1,-18 17-1,-18 0 1,248 53-16,-230-18 16,0 1-1,35-1 1,36 18 0,17 0 15,-35 0-16,-35-18 1,-18 18 0,229 18-16,-264 0 15,0 35 1,-36 17 0,1 18-1,299-88-15,-211 88 16,70-52-1,106-1 1,36-35-16,-1 0 16,0 0-1,18 18 1,-17-18 15</inkml:trace>
  <inkml:trace contextRef="#ctx0" brushRef="#br0" timeOffset="27511.22">23407 5786 0,'0'17'16,"0"-34"-16,70 34 47,71 1-32,-123-18-15,194 0 16,52 17-1,-246-17-15,0 0 0,299 18 16,-299-18-16,317 0 16,-53 0-1,-35-18 1,-88 1 15,-89-1-15,-52 18-1,70 0 64,-35-17-64,-35 17-15,35 0 16,-36-18-1</inkml:trace>
  <inkml:trace contextRef="#ctx0" brushRef="#br0" timeOffset="28120.56">26917 5592 0,'18'0'47,"17"0"-31,71 0-1,88 0 1,35 0-1,53 0 1,-264 0-16,246-18 16,-69 0-1,-90-35 1,-87 36 0</inkml:trace>
  <inkml:trace contextRef="#ctx0" brushRef="#br0" timeOffset="32912.15">17533 7373 0,'35'18'109,"71"17"-93,88 36-1,88-19 1,-264-52-16,247 71 16,-18-36-1,-18-17 1,0 0 0,36 34 15,-248-52-31,266 71 15,34-36 1,-282-17-16,159 0 16,-176-18-16,158 17 15,36 1 1,35 17 0,53-35-1,-282 0-15,193-17 16,-70-36-1,-17 17 1,-1 1 0,1 17-1,-107 18-15,125-53 16,-1 1 0,-36-19 15,19 18-16,35 18 1,-18-18 0,-124 53-16,125-35 15,-1-1 1,-35-17 0,-18 18-1,0 17 1,-18 1-1,-70-1-15,53 18 16,-35-17 0,0-19-1,17 19 1,0-36 0,0 35 15,-35-17-16,0 0 1,-17-1 0,-1 1-1,1 0 1,-19-1 0,19-16-1,-19-1 1,-17 0-1,1 0 1,34 53-16,-17-53 16,-18 18-1,0-18 1,53 35-16,-71-17 16,1-18 15,52 53-31,-70-35 15,-53-18 1,17 17 0,-35 1-1,142 35-15,-160-18 16,-34 1 0,193 17-16,-246 0 15,-36 0 1,282 0-16,-282 17 15,283-17-15,-283 18 16,18 17 0,105-17-1,1-18 1,35 18 0,17-18 15,106 0-31,-105 0 15,-36 0 1,1 0 0,-54 0-1,-35 0 1,35-18 0,195 18-16,-160 0 15,1-18 1,17 18-1,36 0 1,17 0 0,0 0-1,88 0-15,-105 0 16,35 0 0,35 18 15,-18-18-16,1 18 1,-1-18 0,0 17-1,1 19 1,-18-19 0,17 36-1,1 0 1,52 0-1,-17 0 1,35-18 0,0 0-1,0 18 17,0 0-1,0-35-31,0 52 15,17 19 1,-17-1 0,0-18-1,0 1 1,18-53 0,-18-1-1,18 18 1,-18-17-1,35 17 1,-17 1 0,-1-19-1,1-17 48</inkml:trace>
  <inkml:trace contextRef="#ctx0" brushRef="#br0" timeOffset="36561.37">22772 7461 0,'-35'0'63,"17"0"-47</inkml:trace>
  <inkml:trace contextRef="#ctx0" brushRef="#br0" timeOffset="37460.58">20849 8749 0,'18'0'47,"17"-53"-31,-17 35-16,52-140 15,-70 140-15,106-194 16,18 1 0,-1 52-1,-35 88 1,-52 71 0,-1 0 15,-18 18-31,1-18 0,35 106 15,-35-106-15,35 229 16,17-17 0,-70-195-16,35 124 15,-17-52 1,-18-72 0,0-34 30</inkml:trace>
  <inkml:trace contextRef="#ctx0" brushRef="#br0" timeOffset="37865.18">21026 8343 0,'35'0'62,"71"0"-46,-89 0-16,160 0 16,17 0-1,-177 0-15,142 0 16,-88-17 0</inkml:trace>
  <inkml:trace contextRef="#ctx0" brushRef="#br0" timeOffset="44142.54">24448 7479 0,'70'0'94,"230"-18"-79,-282 18-15,599-35 16,-158 17 0,-89 18-1,-176 0 1,-176 0 15</inkml:trace>
  <inkml:trace contextRef="#ctx0" brushRef="#br0" timeOffset="53656.37">24906 9860 0,'53'0'110,"53"35"-95,158 71 1,-52-35-1,-194-71-15,158 35 16,-52-35 0,-36 0-1,-18-18 1,19 1 15,16-1-15,-87 18-16,0 0 0,140-17 15,1-19 1,18 1 0,-1-18-1,0-18 1,-17 19 0,0-19-1,-53 36 1,-1-1-1,1 1 1,-17 0 0,-19-18-1,-17 0 1,-53 35-16,35-34 16,-17-19 15,-18 0-16,-18 1 1,-35-1 0,-35 1-1,18 34 1,-36 1 0,0 18-1,-70-1 1,-1 18-1,-52 0 1,211 0-16,-193-18 16,52 18-1,-18 0 1,19 0 0,17 0 15,-1 0-16,19 36 1,0-1 0,-1 18-1,106-53-15,-105 53 16,-18-18 0,53-17-1,17-1 1,36 19-1,17-1 1,-17 35 0,0 1-1,35-53-15,-36 52 16,-17-17 15,36-18-15,-19-17-1,19 0 1,-1 17 0,1 18-1,-19 17 1,1 1 0,17-18-1,1-18 1,-1 0-1,0-17 1,18 17 15,0 1-15,0-19 0</inkml:trace>
  <inkml:trace contextRef="#ctx0" brushRef="#br0" timeOffset="60858.64">27958 10248 0,'88'-17'79,"0"-19"-64,-70 36-15,123-35 16,0 17-1,-53-17 1,-35 17 0,-35 18-1,17 0 1,-17 0 0</inkml:trace>
  <inkml:trace contextRef="#ctx0" brushRef="#br0" timeOffset="61360.96">28399 9666 0,'-18'71'16,"0"-54"-1,18 71 1,-17-35 0,-1 36-1,18-72-15,-35 124 16,0 71-1,-18 53 1,0-54 0,17-87-1,36-54 1</inkml:trace>
  <inkml:trace contextRef="#ctx0" brushRef="#br0" timeOffset="72281.4">21731 12771 0,'-35'0'62,"-106"17"-30,123-17-32,-52 71 31,-1 52 0,71-105-31,0 35 16,0 0-1,0-18 1,35 18 0,1-35-1,-1 17 1,-18-35 0,1 0-1,17 0 1,18-35-1,35-18 1,-35 17 0,0-17-1,-35 18 1,-18 0 0,0-18 15,0 18-16,-18-18 1,-17-18 0,17 54-1,1 17 1</inkml:trace>
  <inkml:trace contextRef="#ctx0" brushRef="#br0" timeOffset="99027.87">11112 11924 0,'0'70'62,"36"36"-46,-19 0-1,1-53 1,0-35 0,-1-18-1,1 0 1,35 0 0,17 0 15,1-18-16,17-17 1,18-53 0,-88 70-16,123-106 15,123-70 1,19 0 0,-19 53-1,-246 124-15,88-54 16,-71 36-1,-17 35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5CFBB-9494-4FF1-977A-2ACB1AFBA6DB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F42EDD-95C8-4C99-95E6-7E8253F2D9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4745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65AF4-E42E-13BD-6A59-EE5D50754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6DD0752-DDAA-896A-7002-0B02F278C4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90293A-E221-6EDF-D93B-976480B5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F186F-68AF-440E-A05A-57333044FE2C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68FFCD-5561-23C0-CA03-A9E22B60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873104-2D63-D36D-A0E2-3E9D333D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048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F429A8-9FFF-6154-E5B6-86F501F3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2330C-320D-1BA6-0D78-6CA3BCCAD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A3CF1C6-3225-F970-EE4A-7B0557C0B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CA177-3503-4848-BD3E-CD4C3510CFFC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E9D3E0-3ED7-230E-923A-CBD645E5F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EAA045-4A6E-6757-71F7-3E03B3AC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08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01BD12-B7B4-C806-32AB-2FD216C9A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B190DB-55E4-ACEF-56F4-D981D388C5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C2EBFA-C52D-02CB-045C-E41821592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7CE0-EE75-4127-B729-C0486E23783A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B95A13-F735-9919-6092-35637AFC3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12C033-CDEA-49D0-D982-C7C0EE428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4624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4684EF-4D52-583F-6CF8-377AF9FD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F1D1B6-E857-7B0A-94DA-AC719E33D5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59D8313-949C-5DE1-96BC-5EC8CFD40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69F536A-F98B-A902-BD60-6C5D0F5E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884B2-DF8C-4086-84B3-EB627472C432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DA0CCF9-F7A2-99D0-B085-DAFDEF14F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1E2EE7-574F-5A4F-0D8E-5BDF99B7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123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0B501C-DB73-A976-4051-2FB4707B4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A3923A3-FAF6-A0E8-96D7-85B3978BE6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6B40685-B56C-F416-B5F2-6A7779405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59321BA-6FC1-7AC7-56E4-737CF3C253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FBC8947-4126-C7E6-A490-061C29C5F7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5A2A09A-D2FF-379B-C426-399EE72A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1DA9-057C-4B54-9A94-DDB318C91FE1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A576401-20BE-8F99-A8E2-7CDDF5EA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37050C0-A705-1B2E-0996-2865EEDA0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791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23B00B-8B63-04DB-6BFD-D58364E5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22B6D20-E6C7-89B0-597D-25B8A932F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36CA4-37F7-4701-B878-406B5E6A4DBC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9DA8C60-285A-DB3F-F222-AC7A20742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CFC0C38-F82B-2C32-0883-D639325E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8061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9F52962-FFCA-6E45-7A49-60FA5D6D6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383D7-019F-45D9-9815-36B4B5AC4A3B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8ABC866-DBF5-55C3-E158-6FB0C92E2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E87728-D4D5-4CAD-8766-651DC3494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5919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232331-FE71-A547-B732-077111AEE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04743A-4CA4-AE93-717E-AB13D14FF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7D1A453-CCD4-5271-40D8-51754A626B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5402D5-9EB8-C2FF-CE2D-5A0E66AEB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1E95F-CD0B-49C8-8167-BF84CE816BE8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14AA7F6-EEDD-A124-1678-7A771905C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5FEB5D2-2670-B8F3-D423-9B0380BA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294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33A6D1-3D88-D562-30C7-98F769D81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FB02F00-05CD-0FFB-E454-D5E75DD61A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F054D12-2C1A-FFFA-2571-5263A9C59A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3A47719-6C36-B6B8-2713-4FD6A5061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A99AF-6D34-4FCE-9239-877795114DB4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4D2CA54-C6E5-5FCF-17A4-1E8F7919B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D55F461-AE46-E602-4AEA-9FAC66F7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6857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CFF910-2988-B404-437E-3C4676D12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A2C5D24-A6EF-2B45-F5EC-BC2714B4B4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693721-1BBD-B56C-FD30-1414341E2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2A48B-CA60-44C4-B23B-72A25DC42B2B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F66AEE-1D02-680C-EBBA-0CB58512D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63C20F-ED43-3ADD-9BDA-A1C6ED43B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3571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B44E4D1-C26E-40C1-AAEA-2EFB33985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FAA72FD-4B1D-8E83-BAF8-FF35C89A5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292BBB-B91C-9E31-A4F1-DF64876A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28A78-955D-499F-B401-7B197EE15790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B4BB31-8C8A-D140-D108-E5714A7A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421CD53-BE14-A969-D45C-D4E542F08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9345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4CA0331-6267-E580-5EEF-9AB423BC0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27C954C-0D15-FFC0-19A2-E79E311F86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0E9152-2191-00CE-30C8-F91EDB513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0D59F9-A79B-4CF2-A910-B0E2A873451E}" type="datetime1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74B264-0301-23C9-7C9B-703F3EA18F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999BC2F-E962-1292-B7E8-E14F1BA401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7A94DF-9A9C-44DC-BC60-FF93EF5775D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047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epitaxy/ultralytics_yolo11/ARCHITECTURE.m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C7B79-B22B-4F3A-15FF-AFE39F3758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Yolo11 anchor-free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D6C9EA-1F4D-9E7F-C9B7-FA262F834D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A5C28E-982F-C4F5-AF8B-4C759859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957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0F01A3-5510-B6B3-791D-09CC27FBB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Architecture_place</a:t>
            </a: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4FA009F-3176-D9AF-15F7-23E567C4EE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763" y="1599670"/>
            <a:ext cx="7666180" cy="4621003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6AC6B8D5-6E2C-3CAD-398C-0E36C9C7FFC0}"/>
              </a:ext>
            </a:extLst>
          </p:cNvPr>
          <p:cNvSpPr/>
          <p:nvPr/>
        </p:nvSpPr>
        <p:spPr>
          <a:xfrm>
            <a:off x="8275782" y="1376218"/>
            <a:ext cx="1773382" cy="548178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C693C90-D65F-3DC2-B67A-D5A5498E9356}"/>
              </a:ext>
            </a:extLst>
          </p:cNvPr>
          <p:cNvSpPr txBox="1"/>
          <p:nvPr/>
        </p:nvSpPr>
        <p:spPr>
          <a:xfrm>
            <a:off x="1772228" y="6129655"/>
            <a:ext cx="1856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zh-TW" dirty="0"/>
              <a:t>影像轉成多尺度 feature maps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63C4586-E715-37A9-D455-3FC793C27DA4}"/>
              </a:ext>
            </a:extLst>
          </p:cNvPr>
          <p:cNvSpPr txBox="1"/>
          <p:nvPr/>
        </p:nvSpPr>
        <p:spPr>
          <a:xfrm>
            <a:off x="4299526" y="6315837"/>
            <a:ext cx="31126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/>
              <a:t>融合不同尺度的 </a:t>
            </a:r>
            <a:r>
              <a:rPr lang="en-US" altLang="zh-TW" dirty="0"/>
              <a:t>feature maps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5EB89F1-F41E-8356-DF2E-FB7205D19637}"/>
              </a:ext>
            </a:extLst>
          </p:cNvPr>
          <p:cNvSpPr txBox="1"/>
          <p:nvPr/>
        </p:nvSpPr>
        <p:spPr>
          <a:xfrm>
            <a:off x="9688943" y="6136155"/>
            <a:ext cx="25492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dirty="0"/>
              <a:t>head 做定位與分類預測</a:t>
            </a:r>
            <a:endParaRPr lang="zh-TW" altLang="en-US" dirty="0"/>
          </a:p>
        </p:txBody>
      </p:sp>
      <p:sp>
        <p:nvSpPr>
          <p:cNvPr id="15" name="投影片編號版面配置區 14">
            <a:extLst>
              <a:ext uri="{FF2B5EF4-FFF2-40B4-BE49-F238E27FC236}">
                <a16:creationId xmlns:a16="http://schemas.microsoft.com/office/drawing/2014/main" id="{2128FD20-2A07-093D-2FF2-865F79C9E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53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DE516D-EF92-2209-C427-48CA89128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傳統</a:t>
            </a:r>
            <a:r>
              <a:rPr lang="en-US" altLang="zh-TW" dirty="0" err="1"/>
              <a:t>anchor_based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00B532-8F1F-9430-3D13-76821A5B1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模型會在不同尺度的</a:t>
            </a:r>
            <a:r>
              <a:rPr lang="en-US" altLang="zh-TW" dirty="0"/>
              <a:t> feature maps </a:t>
            </a:r>
            <a:r>
              <a:rPr lang="zh-TW" altLang="zh-TW" dirty="0"/>
              <a:t>上放多組 anchor</a:t>
            </a:r>
            <a:endParaRPr lang="en-US" altLang="zh-TW" dirty="0"/>
          </a:p>
          <a:p>
            <a:r>
              <a:rPr lang="zh-TW" altLang="en-US" dirty="0"/>
              <a:t>不同大小物件</a:t>
            </a:r>
            <a:r>
              <a:rPr lang="zh-TW" altLang="zh-TW" dirty="0"/>
              <a:t>有</a:t>
            </a:r>
            <a:r>
              <a:rPr lang="zh-TW" altLang="en-US" dirty="0"/>
              <a:t>各</a:t>
            </a:r>
            <a:r>
              <a:rPr lang="zh-TW" altLang="zh-TW" dirty="0"/>
              <a:t>不同長寬比例的 anchor</a:t>
            </a:r>
            <a:endParaRPr lang="en-US" altLang="zh-TW" dirty="0"/>
          </a:p>
          <a:p>
            <a:r>
              <a:rPr lang="zh-TW" altLang="zh-TW" dirty="0"/>
              <a:t>需要預先定義 anchor boxes</a:t>
            </a:r>
            <a:endParaRPr lang="en-US" altLang="zh-TW" dirty="0"/>
          </a:p>
          <a:p>
            <a:r>
              <a:rPr lang="zh-TW" altLang="zh-TW" dirty="0"/>
              <a:t>模型一開始要先做anchor matching</a:t>
            </a:r>
            <a:endParaRPr lang="en-US" altLang="zh-TW" dirty="0"/>
          </a:p>
          <a:p>
            <a:r>
              <a:rPr lang="zh-TW" altLang="en-US" dirty="0"/>
              <a:t>問題：</a:t>
            </a:r>
            <a:r>
              <a:rPr lang="zh-TW" altLang="zh-TW" dirty="0"/>
              <a:t>資料集如果物件形狀差異很大</a:t>
            </a:r>
            <a:r>
              <a:rPr lang="zh-TW" altLang="en-US" dirty="0"/>
              <a:t>，就會難認得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C75EB7-5374-3053-E72A-8B7DF9482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9095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91166-C1F6-09D3-BDDD-B15416FE9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E14718-33CD-A6F2-22A7-23C17EC2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Anchor free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FB1F1A-68E5-7533-B110-BA02224C70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79B805-CBEB-D11D-E263-B6896AFF0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4</a:t>
            </a:fld>
            <a:endParaRPr lang="zh-TW" altLang="en-US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0D0F6EB1-FF77-8AD3-F2A7-456FA4CE5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4564860"/>
              </p:ext>
            </p:extLst>
          </p:nvPr>
        </p:nvGraphicFramePr>
        <p:xfrm>
          <a:off x="838200" y="1466848"/>
          <a:ext cx="10515600" cy="47101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74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53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4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對比項</a:t>
                      </a:r>
                      <a:endParaRPr sz="15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>
                          <a:solidFill>
                            <a:srgbClr val="FFFFFF"/>
                          </a:solidFill>
                          <a:latin typeface="Microsoft JhengHei"/>
                        </a:rPr>
                        <a:t>Anchor-based（舊，YOLOv5）</a:t>
                      </a:r>
                    </a:p>
                  </a:txBody>
                  <a:tcPr marL="109728" marR="109728" marT="36576" marB="36576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</a:rPr>
                        <a:t>Anchor-free（YOLOv8 / YOLO11）</a:t>
                      </a:r>
                    </a:p>
                  </a:txBody>
                  <a:tcPr marL="109728" marR="109728" marT="36576" marB="36576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691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參考基準</a:t>
                      </a:r>
                      <a:endParaRPr sz="1300" b="1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預設框（k-means 算出，每格 ~3 個固定寬高）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格點中心一個點（make_anchors，偏移</a:t>
                      </a:r>
                      <a:r>
                        <a:rPr sz="1300" dirty="0">
                          <a:solidFill>
                            <a:srgbClr val="222222"/>
                          </a:solidFill>
                          <a:latin typeface="Microsoft JhengHei"/>
                        </a:rPr>
                        <a:t> 0.5）</a:t>
                      </a:r>
                    </a:p>
                  </a:txBody>
                  <a:tcPr marL="109728" marR="109728" marT="36576" marB="36576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9691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框怎麼表示</a:t>
                      </a:r>
                      <a:endParaRPr sz="1300" b="1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相對預設框的偏移量</a:t>
                      </a:r>
                      <a:endParaRPr sz="1300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點到 上/下/左/右 四邊的距離 (LTRB)</a:t>
                      </a:r>
                    </a:p>
                  </a:txBody>
                  <a:tcPr marL="109728" marR="109728" marT="36576" marB="36576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9691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輸出通道</a:t>
                      </a:r>
                      <a:endParaRPr sz="1300" b="1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num_anchors</a:t>
                      </a:r>
                      <a:r>
                        <a:rPr sz="1300" dirty="0">
                          <a:solidFill>
                            <a:srgbClr val="222222"/>
                          </a:solidFill>
                          <a:latin typeface="Microsoft JhengHei"/>
                        </a:rPr>
                        <a:t> × (4 + 1 </a:t>
                      </a:r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objectness</a:t>
                      </a:r>
                      <a:r>
                        <a:rPr sz="1300" dirty="0">
                          <a:solidFill>
                            <a:srgbClr val="222222"/>
                          </a:solidFill>
                          <a:latin typeface="Microsoft JhengHei"/>
                        </a:rPr>
                        <a:t> + </a:t>
                      </a:r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nc</a:t>
                      </a:r>
                      <a:r>
                        <a:rPr sz="1300" dirty="0">
                          <a:solidFill>
                            <a:srgbClr val="222222"/>
                          </a:solidFill>
                          <a:latin typeface="Microsoft JhengHei"/>
                        </a:rPr>
                        <a:t>)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>
                          <a:solidFill>
                            <a:srgbClr val="222222"/>
                          </a:solidFill>
                          <a:latin typeface="Microsoft JhengHei"/>
                        </a:rPr>
                        <a:t>4·reg_max + </a:t>
                      </a:r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nc（無</a:t>
                      </a:r>
                      <a:r>
                        <a:rPr sz="1300" dirty="0">
                          <a:solidFill>
                            <a:srgbClr val="222222"/>
                          </a:solidFill>
                          <a:latin typeface="Microsoft JhengHei"/>
                        </a:rPr>
                        <a:t> </a:t>
                      </a:r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objectness</a:t>
                      </a:r>
                      <a:r>
                        <a:rPr sz="1300" dirty="0">
                          <a:solidFill>
                            <a:srgbClr val="222222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 marL="109728" marR="109728" marT="36576" marB="36576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9691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框迴歸方式</a:t>
                      </a:r>
                      <a:endParaRPr sz="1300" b="1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回歸單一數值</a:t>
                      </a:r>
                      <a:endParaRPr sz="1300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DFL：預測一個機率分佈再取期望</a:t>
                      </a:r>
                      <a:endParaRPr sz="1300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691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正樣本怎麼選</a:t>
                      </a:r>
                      <a:endParaRPr sz="1300" b="1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錨框與 GT 的 IoU / 形狀比對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動態分配（TaskAlignedAssigner</a:t>
                      </a:r>
                      <a:r>
                        <a:rPr sz="1300" dirty="0">
                          <a:solidFill>
                            <a:srgbClr val="222222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 marL="109728" marR="109728" marT="36576" marB="36576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9691">
                <a:tc>
                  <a:txBody>
                    <a:bodyPr/>
                    <a:lstStyle/>
                    <a:p>
                      <a:pPr algn="l"/>
                      <a:r>
                        <a:rPr sz="1300" b="1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超參數</a:t>
                      </a:r>
                      <a:endParaRPr sz="1300" b="1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222222"/>
                          </a:solidFill>
                          <a:latin typeface="Microsoft JhengHei"/>
                        </a:rPr>
                        <a:t>要調錨框尺寸 / 比例</a:t>
                      </a:r>
                    </a:p>
                  </a:txBody>
                  <a:tcPr marL="109728" marR="10972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不需要錨框超參</a:t>
                      </a:r>
                      <a:endParaRPr sz="1300" dirty="0">
                        <a:solidFill>
                          <a:srgbClr val="222222"/>
                        </a:solidFill>
                        <a:latin typeface="Microsoft JhengHei"/>
                      </a:endParaRPr>
                    </a:p>
                  </a:txBody>
                  <a:tcPr marL="109728" marR="109728" marT="36576" marB="36576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24BB7730-9660-0809-DBD2-2C88E906B53C}"/>
              </a:ext>
            </a:extLst>
          </p:cNvPr>
          <p:cNvSpPr txBox="1"/>
          <p:nvPr/>
        </p:nvSpPr>
        <p:spPr>
          <a:xfrm>
            <a:off x="6012872" y="422283"/>
            <a:ext cx="6289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bin:    …  10     11     12     13     14  …</a:t>
            </a:r>
          </a:p>
          <a:p>
            <a:r>
              <a:rPr lang="zh-TW" altLang="en-US" dirty="0"/>
              <a:t>機率</a:t>
            </a:r>
            <a:r>
              <a:rPr lang="en-US" altLang="zh-TW" dirty="0"/>
              <a:t>:   …  0.0    0.2    0.5    0.3    0.0 …</a:t>
            </a:r>
          </a:p>
          <a:p>
            <a:r>
              <a:rPr lang="zh-TW" altLang="en-US" dirty="0"/>
              <a:t>距離 </a:t>
            </a:r>
            <a:r>
              <a:rPr lang="en-US" altLang="zh-TW" dirty="0"/>
              <a:t>= 11×0.2 + 12×0.5 + 13×0.3 = 12.1   ← </a:t>
            </a:r>
            <a:r>
              <a:rPr lang="zh-TW" altLang="en-US" dirty="0"/>
              <a:t>最終輸出 再</a:t>
            </a:r>
            <a:r>
              <a:rPr lang="en-US" altLang="zh-TW" dirty="0" err="1"/>
              <a:t>softmax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65382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7C719-B761-DBF5-C47A-05869F359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6FC9FC-EB1D-D502-EB3C-F0AA5C78E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A83C70-8DEF-53D2-8831-7FE0FEC6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DE83838-D4DF-B30F-B8AD-A9E5F0C34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71" y="0"/>
            <a:ext cx="81886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200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B999A4-9B09-A9B4-F297-5B6E4FD99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D70B4666-74F6-5999-D160-4646537103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6525"/>
            <a:ext cx="12192000" cy="6264835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37784B-F6AD-5C65-D2B1-4C9AE58E6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864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E7780-E8CE-DA88-721C-D5BCBBDD6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Anchor free code change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1EB18C-B5EC-AB42-71A6-9F25911A33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A47177-C9FF-0053-3C2C-07936C4F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7</a:t>
            </a:fld>
            <a:endParaRPr lang="zh-TW" altLang="en-US"/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E952087D-5582-23AA-E01A-5C50BCF01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042218"/>
              </p:ext>
            </p:extLst>
          </p:nvPr>
        </p:nvGraphicFramePr>
        <p:xfrm>
          <a:off x="708278" y="1524000"/>
          <a:ext cx="10984958" cy="4652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6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2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4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01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9591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項目</a:t>
                      </a:r>
                      <a:endParaRPr sz="13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程式位置（檔案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Microsoft JhengHei"/>
                        </a:rPr>
                        <a:t> ·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函式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Anchor-based（舊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 marR="73152" marT="27432" marB="2743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icrosoft JhengHei"/>
                        </a:rPr>
                        <a:t>Anchor-free（改變）</a:t>
                      </a:r>
                    </a:p>
                  </a:txBody>
                  <a:tcPr marR="73152" marT="27432" marB="27432" anchor="ctr"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1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模型設定檔</a:t>
                      </a:r>
                    </a:p>
                  </a:txBody>
                  <a:tcPr marR="73152" marT="27432" marB="27432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dirty="0" err="1">
                          <a:solidFill>
                            <a:srgbClr val="222222"/>
                          </a:solidFill>
                          <a:latin typeface="Consolas"/>
                        </a:rPr>
                        <a:t>cfg</a:t>
                      </a:r>
                      <a:r>
                        <a:rPr sz="1050" dirty="0">
                          <a:solidFill>
                            <a:srgbClr val="222222"/>
                          </a:solidFill>
                          <a:latin typeface="Consolas"/>
                        </a:rPr>
                        <a:t>/models/11/yolo11.yaml</a:t>
                      </a:r>
                    </a:p>
                  </a:txBody>
                  <a:tcPr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有 anchors: 區塊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無 anchors:（不需錨框）</a:t>
                      </a:r>
                    </a:p>
                  </a:txBody>
                  <a:tcPr marR="73152" marT="27432" marB="27432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61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輸出通道</a:t>
                      </a:r>
                    </a:p>
                  </a:txBody>
                  <a:tcPr marR="73152" marT="27432" marB="27432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nn/modules/head.py → Detect.__init__ (self.no)</a:t>
                      </a:r>
                    </a:p>
                  </a:txBody>
                  <a:tcPr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num_anchors×(4+1+nc)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4·reg_max + nc（無 objectness）</a:t>
                      </a:r>
                    </a:p>
                  </a:txBody>
                  <a:tcPr marR="73152" marT="27432" marB="27432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1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偵測頭</a:t>
                      </a:r>
                    </a:p>
                  </a:txBody>
                  <a:tcPr marR="73152" marT="27432" marB="27432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nn/modules/head.py → Detect.cv2 / cv3</a:t>
                      </a:r>
                    </a:p>
                  </a:txBody>
                  <a:tcPr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每格 na 組、框類耦合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解耦、每格一組</a:t>
                      </a:r>
                    </a:p>
                  </a:txBody>
                  <a:tcPr marR="73152" marT="27432" marB="27432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1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錨點生成</a:t>
                      </a:r>
                    </a:p>
                  </a:txBody>
                  <a:tcPr marR="73152" marT="27432" marB="27432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utils/tal.py → make_anchors</a:t>
                      </a:r>
                    </a:p>
                  </a:txBody>
                  <a:tcPr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預設框（k-means 算）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格點中心點 + stride（偏移 0.5）</a:t>
                      </a:r>
                    </a:p>
                  </a:txBody>
                  <a:tcPr marR="73152" marT="27432" marB="27432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1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框迴歸 / 解碼</a:t>
                      </a:r>
                    </a:p>
                  </a:txBody>
                  <a:tcPr marR="73152" marT="27432" marB="27432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block.py → DFL ；tal.py → dist2bbox</a:t>
                      </a:r>
                    </a:p>
                  </a:txBody>
                  <a:tcPr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回歸單一數值；框 + 偏移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DFL 分佈取期望；點 ± 距離 (LTRB)</a:t>
                      </a:r>
                    </a:p>
                  </a:txBody>
                  <a:tcPr marR="73152" marT="27432" marB="27432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61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標籤分配</a:t>
                      </a:r>
                    </a:p>
                  </a:txBody>
                  <a:tcPr marR="73152" marT="27432" marB="27432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utils/tal.py → TaskAlignedAssigner</a:t>
                      </a:r>
                    </a:p>
                  </a:txBody>
                  <a:tcPr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錨框-GT IoU 門檻（靜態）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cls^α·IoU^β + 中心先驗（動態一對多）</a:t>
                      </a:r>
                    </a:p>
                  </a:txBody>
                  <a:tcPr marR="73152" marT="27432" marB="27432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6196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22222"/>
                          </a:solidFill>
                          <a:latin typeface="Microsoft JhengHei"/>
                        </a:rPr>
                        <a:t>損失計算</a:t>
                      </a:r>
                    </a:p>
                  </a:txBody>
                  <a:tcPr marR="73152" marT="27432" marB="27432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222222"/>
                          </a:solidFill>
                          <a:latin typeface="Consolas"/>
                        </a:rPr>
                        <a:t>utils/loss.py → v8DetectionLoss / BboxLoss</a:t>
                      </a:r>
                    </a:p>
                  </a:txBody>
                  <a:tcPr marR="73152" marT="27432" marB="27432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>
                          <a:solidFill>
                            <a:srgbClr val="222222"/>
                          </a:solidFill>
                          <a:latin typeface="Microsoft JhengHei"/>
                        </a:rPr>
                        <a:t>box + objectness + cls</a:t>
                      </a: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dirty="0">
                          <a:solidFill>
                            <a:srgbClr val="222222"/>
                          </a:solidFill>
                          <a:latin typeface="Microsoft JhengHei"/>
                        </a:rPr>
                        <a:t>(1−CIoU) + DFL + </a:t>
                      </a:r>
                      <a:r>
                        <a:rPr sz="115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cls（無</a:t>
                      </a:r>
                      <a:r>
                        <a:rPr sz="1150" dirty="0">
                          <a:solidFill>
                            <a:srgbClr val="222222"/>
                          </a:solidFill>
                          <a:latin typeface="Microsoft JhengHei"/>
                        </a:rPr>
                        <a:t> </a:t>
                      </a:r>
                      <a:r>
                        <a:rPr sz="1150" dirty="0" err="1">
                          <a:solidFill>
                            <a:srgbClr val="222222"/>
                          </a:solidFill>
                          <a:latin typeface="Microsoft JhengHei"/>
                        </a:rPr>
                        <a:t>objectness</a:t>
                      </a:r>
                      <a:r>
                        <a:rPr sz="1150" dirty="0">
                          <a:solidFill>
                            <a:srgbClr val="222222"/>
                          </a:solidFill>
                          <a:latin typeface="Microsoft JhengHei"/>
                        </a:rPr>
                        <a:t>）</a:t>
                      </a:r>
                    </a:p>
                  </a:txBody>
                  <a:tcPr marR="73152" marT="27432" marB="27432" anchor="ctr">
                    <a:solidFill>
                      <a:srgbClr val="E8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639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03095C-C1D7-454C-6020-BBDC1001D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Example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36D435F6-30AF-E8E1-24FA-19B115FF1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751" y="1690688"/>
            <a:ext cx="3263503" cy="4351338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5044EB2-F525-2006-A64E-6C7948EF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B2A031-7918-A679-C47E-7A59E0F89BCC}"/>
              </a:ext>
            </a:extLst>
          </p:cNvPr>
          <p:cNvSpPr/>
          <p:nvPr/>
        </p:nvSpPr>
        <p:spPr>
          <a:xfrm>
            <a:off x="8490529" y="3938588"/>
            <a:ext cx="247650" cy="2667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5506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3757-1472-B075-AB06-1EFFFB253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E07E82-4B0F-0DDD-ADC1-E686DB7BF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predict anchor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15CB0F-ED96-4646-D1BF-59A4151E2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325101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TW" altLang="zh-TW" dirty="0"/>
              <a:t>特徵圖(每個尺度) </a:t>
            </a:r>
          </a:p>
          <a:p>
            <a:pPr marL="0" indent="0">
              <a:buNone/>
            </a:pPr>
            <a:r>
              <a:rPr lang="zh-TW" altLang="zh-TW" dirty="0"/>
              <a:t>→ cv2(框分支) 輸出 4·reg_max 通道 ─┐</a:t>
            </a:r>
          </a:p>
          <a:p>
            <a:pPr marL="0" indent="0">
              <a:buNone/>
            </a:pPr>
            <a:r>
              <a:rPr lang="zh-TW" altLang="zh-TW" dirty="0"/>
              <a:t>→ cv3(類別分支) 輸出 nc 通道 </a:t>
            </a:r>
            <a:r>
              <a:rPr lang="en-US" altLang="zh-TW" dirty="0"/>
              <a:t>       </a:t>
            </a:r>
            <a:r>
              <a:rPr lang="en-US" altLang="zh-TW" sz="2600" dirty="0"/>
              <a:t>     </a:t>
            </a:r>
            <a:r>
              <a:rPr lang="en-US" altLang="zh-TW" sz="1500" dirty="0"/>
              <a:t> </a:t>
            </a:r>
            <a:r>
              <a:rPr lang="zh-TW" altLang="zh-TW" dirty="0"/>
              <a:t>│</a:t>
            </a:r>
          </a:p>
          <a:p>
            <a:pPr marL="0" indent="0">
              <a:buNone/>
            </a:pPr>
            <a:r>
              <a:rPr lang="zh-TW" altLang="zh-TW" dirty="0"/>
              <a:t>→ make_anchors：每格產生一個中心點(anchor point) + 該點 stride</a:t>
            </a:r>
          </a:p>
          <a:p>
            <a:pPr marL="0" indent="0">
              <a:buNone/>
            </a:pPr>
            <a:r>
              <a:rPr lang="zh-TW" altLang="zh-TW" dirty="0"/>
              <a:t>→ DFL(框分支)：每條邊的 reg_max 個 bin 做 softmax → 加權求期望 → 得 4 個距離(LTRB)</a:t>
            </a:r>
          </a:p>
          <a:p>
            <a:pPr marL="0" indent="0">
              <a:buNone/>
            </a:pPr>
            <a:r>
              <a:rPr lang="zh-TW" altLang="zh-TW" dirty="0"/>
              <a:t>→ dist2bbox：x1y1 = 點 − (左,上距離)；x2y2 = 點 + (右,下距離) → xyxy 框</a:t>
            </a:r>
          </a:p>
          <a:p>
            <a:pPr marL="0" indent="0">
              <a:buNone/>
            </a:pPr>
            <a:r>
              <a:rPr lang="zh-TW" altLang="zh-TW" dirty="0"/>
              <a:t>→ × stride 還原到原圖尺度</a:t>
            </a:r>
          </a:p>
          <a:p>
            <a:pPr marL="0" indent="0">
              <a:buNone/>
            </a:pPr>
            <a:r>
              <a:rPr lang="zh-TW" altLang="zh-TW" dirty="0"/>
              <a:t>→ 類別分數 = sigmoid(cls)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3028A41-CC9C-A613-3619-4FD23A53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8392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D793AE-9253-EF74-ABAA-5AAECEB6D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Train anchor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D70DC6-094C-EB27-B077-89ABC586F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53751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zh-TW" dirty="0"/>
              <a:t>1. </a:t>
            </a:r>
            <a:r>
              <a:rPr lang="zh-TW" altLang="en-US" dirty="0"/>
              <a:t>候選過濾（中心先驗）：</a:t>
            </a:r>
            <a:r>
              <a:rPr lang="en-US" altLang="zh-TW" dirty="0"/>
              <a:t>anchor point </a:t>
            </a:r>
            <a:r>
              <a:rPr lang="zh-TW" altLang="en-US" dirty="0"/>
              <a:t>必須「落在 </a:t>
            </a:r>
            <a:r>
              <a:rPr lang="en-US" altLang="zh-TW" dirty="0"/>
              <a:t>GT </a:t>
            </a:r>
            <a:r>
              <a:rPr lang="zh-TW" altLang="en-US" dirty="0"/>
              <a:t>框內」才有資格 </a:t>
            </a:r>
            <a:r>
              <a:rPr lang="en-US" altLang="zh-TW" dirty="0"/>
              <a:t>(</a:t>
            </a:r>
            <a:r>
              <a:rPr lang="en-US" altLang="zh-TW" dirty="0" err="1"/>
              <a:t>mask_in_gts</a:t>
            </a:r>
            <a:r>
              <a:rPr lang="en-US" altLang="zh-TW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dirty="0"/>
              <a:t>2. </a:t>
            </a:r>
            <a:r>
              <a:rPr lang="zh-TW" altLang="en-US" dirty="0"/>
              <a:t>算對齊度：對每個候選點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TW" altLang="en-US" dirty="0"/>
              <a:t>        </a:t>
            </a:r>
            <a:r>
              <a:rPr lang="en-US" altLang="zh-TW" dirty="0" err="1"/>
              <a:t>align_metric</a:t>
            </a:r>
            <a:r>
              <a:rPr lang="en-US" altLang="zh-TW" dirty="0"/>
              <a:t> = (</a:t>
            </a:r>
            <a:r>
              <a:rPr lang="zh-TW" altLang="en-US" dirty="0"/>
              <a:t>分類分數</a:t>
            </a:r>
            <a:r>
              <a:rPr lang="en-US" altLang="zh-TW" dirty="0"/>
              <a:t>)^</a:t>
            </a:r>
            <a:r>
              <a:rPr lang="el-GR" altLang="zh-TW" dirty="0"/>
              <a:t>α × (</a:t>
            </a:r>
            <a:r>
              <a:rPr lang="en-US" altLang="zh-TW" dirty="0" err="1"/>
              <a:t>CIoU</a:t>
            </a:r>
            <a:r>
              <a:rPr lang="en-US" altLang="zh-TW" dirty="0"/>
              <a:t>)^</a:t>
            </a:r>
            <a:r>
              <a:rPr lang="el-GR" altLang="zh-TW" dirty="0"/>
              <a:t>β   ← </a:t>
            </a:r>
            <a:r>
              <a:rPr lang="zh-TW" altLang="en-US" dirty="0"/>
              <a:t>同時看「分得對不對」和「框得準不準」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TW" altLang="en-US" dirty="0"/>
              <a:t>        </a:t>
            </a:r>
            <a:r>
              <a:rPr lang="en-US" altLang="zh-TW" dirty="0"/>
              <a:t>(</a:t>
            </a:r>
            <a:r>
              <a:rPr lang="zh-TW" altLang="en-US" dirty="0"/>
              <a:t>程式：</a:t>
            </a:r>
            <a:r>
              <a:rPr lang="en-US" altLang="zh-TW" dirty="0" err="1"/>
              <a:t>bbox_scores.pow</a:t>
            </a:r>
            <a:r>
              <a:rPr lang="en-US" altLang="zh-TW" dirty="0"/>
              <a:t>(alpha) * </a:t>
            </a:r>
            <a:r>
              <a:rPr lang="en-US" altLang="zh-TW" dirty="0" err="1"/>
              <a:t>overlaps.pow</a:t>
            </a:r>
            <a:r>
              <a:rPr lang="en-US" altLang="zh-TW" dirty="0"/>
              <a:t>(beta)</a:t>
            </a:r>
            <a:r>
              <a:rPr lang="zh-TW" altLang="en-US" dirty="0"/>
              <a:t>；</a:t>
            </a:r>
            <a:r>
              <a:rPr lang="el-GR" altLang="zh-TW" dirty="0"/>
              <a:t>α=0.5, β=6.0)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l-GR" altLang="zh-TW" dirty="0"/>
              <a:t>3. </a:t>
            </a:r>
            <a:r>
              <a:rPr lang="zh-TW" altLang="en-US" dirty="0"/>
              <a:t>每個 </a:t>
            </a:r>
            <a:r>
              <a:rPr lang="en-US" altLang="zh-TW" dirty="0"/>
              <a:t>GT </a:t>
            </a:r>
            <a:r>
              <a:rPr lang="zh-TW" altLang="en-US" dirty="0"/>
              <a:t>取對齊度最高的 </a:t>
            </a:r>
            <a:r>
              <a:rPr lang="en-US" altLang="zh-TW" dirty="0"/>
              <a:t>top-k </a:t>
            </a:r>
            <a:r>
              <a:rPr lang="zh-TW" altLang="en-US" dirty="0"/>
              <a:t>個點當正樣本 </a:t>
            </a:r>
            <a:r>
              <a:rPr lang="en-US" altLang="zh-TW" dirty="0"/>
              <a:t>(</a:t>
            </a:r>
            <a:r>
              <a:rPr lang="en-US" altLang="zh-TW" dirty="0" err="1"/>
              <a:t>select_topk_candidates</a:t>
            </a:r>
            <a:r>
              <a:rPr lang="zh-TW" altLang="en-US" dirty="0"/>
              <a:t>，</a:t>
            </a:r>
            <a:r>
              <a:rPr lang="en-US" altLang="zh-TW" dirty="0" err="1"/>
              <a:t>topk</a:t>
            </a:r>
            <a:r>
              <a:rPr lang="en-US" altLang="zh-TW" dirty="0"/>
              <a:t>=10)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dirty="0"/>
              <a:t>4. </a:t>
            </a:r>
            <a:r>
              <a:rPr lang="zh-TW" altLang="en-US" dirty="0"/>
              <a:t>衝突解決：一個點若被多個 </a:t>
            </a:r>
            <a:r>
              <a:rPr lang="en-US" altLang="zh-TW" dirty="0"/>
              <a:t>GT </a:t>
            </a:r>
            <a:r>
              <a:rPr lang="zh-TW" altLang="en-US" dirty="0"/>
              <a:t>選到 → 歸給 </a:t>
            </a:r>
            <a:r>
              <a:rPr lang="en-US" altLang="zh-TW" dirty="0" err="1"/>
              <a:t>IoU</a:t>
            </a:r>
            <a:r>
              <a:rPr lang="en-US" altLang="zh-TW" dirty="0"/>
              <a:t> </a:t>
            </a:r>
            <a:r>
              <a:rPr lang="zh-TW" altLang="en-US" dirty="0"/>
              <a:t>最高的那個 </a:t>
            </a:r>
            <a:r>
              <a:rPr lang="en-US" altLang="zh-TW" dirty="0"/>
              <a:t>GT (</a:t>
            </a:r>
            <a:r>
              <a:rPr lang="en-US" altLang="zh-TW" dirty="0" err="1"/>
              <a:t>select_highest_overlaps</a:t>
            </a:r>
            <a:r>
              <a:rPr lang="en-US" altLang="zh-TW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TW" dirty="0"/>
              <a:t>5. </a:t>
            </a:r>
            <a:r>
              <a:rPr lang="zh-TW" altLang="en-US" dirty="0"/>
              <a:t>產生訓練目標：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TW" altLang="en-US" dirty="0"/>
              <a:t>     正樣本點：算 框損失</a:t>
            </a:r>
            <a:r>
              <a:rPr lang="en-US" altLang="zh-TW" dirty="0"/>
              <a:t>(1−CIoU) + DFL</a:t>
            </a:r>
            <a:r>
              <a:rPr lang="zh-TW" altLang="en-US" dirty="0"/>
              <a:t>損失 </a:t>
            </a:r>
            <a:r>
              <a:rPr lang="en-US" altLang="zh-TW" dirty="0"/>
              <a:t>+ </a:t>
            </a:r>
            <a:r>
              <a:rPr lang="zh-TW" altLang="en-US" dirty="0"/>
              <a:t>分類損失，且用 </a:t>
            </a:r>
            <a:r>
              <a:rPr lang="en-US" altLang="zh-TW" dirty="0" err="1"/>
              <a:t>align_metric</a:t>
            </a:r>
            <a:r>
              <a:rPr lang="en-US" altLang="zh-TW" dirty="0"/>
              <a:t> </a:t>
            </a:r>
            <a:r>
              <a:rPr lang="zh-TW" altLang="en-US" dirty="0"/>
              <a:t>當「軟權重」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zh-TW" altLang="en-US" dirty="0"/>
              <a:t>     負樣本點：只壓分類分數→</a:t>
            </a:r>
            <a:r>
              <a:rPr lang="en-US" altLang="zh-TW" dirty="0"/>
              <a:t>0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5EF67C-2147-8E5B-E433-91A9A3422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316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C861CA-A5B0-0D84-E076-906B996B9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現在</a:t>
            </a:r>
            <a:r>
              <a:rPr lang="en-US" altLang="zh-TW" dirty="0"/>
              <a:t>anchor free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5B42258-D6B0-F759-561B-F9568ED84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zh-TW" dirty="0"/>
              <a:t>特徵圖上的點</a:t>
            </a:r>
            <a:r>
              <a:rPr lang="en-US" altLang="zh-TW" dirty="0"/>
              <a:t>(</a:t>
            </a:r>
            <a:r>
              <a:rPr lang="zh-TW" altLang="zh-TW" dirty="0"/>
              <a:t>anchor point</a:t>
            </a:r>
            <a:r>
              <a:rPr lang="en-US" altLang="zh-TW" dirty="0"/>
              <a:t>)</a:t>
            </a:r>
            <a:r>
              <a:rPr lang="zh-TW" altLang="zh-TW" dirty="0"/>
              <a:t>直接負責預測框</a:t>
            </a:r>
            <a:endParaRPr lang="en-US" altLang="zh-TW" dirty="0"/>
          </a:p>
          <a:p>
            <a:r>
              <a:rPr lang="zh-TW" altLang="zh-TW" dirty="0"/>
              <a:t>make_anchors() 會根據 feature map 的高寬建立 meshgrid</a:t>
            </a:r>
            <a:endParaRPr lang="en-US" altLang="zh-TW" dirty="0"/>
          </a:p>
          <a:p>
            <a:r>
              <a:rPr lang="zh-TW" altLang="zh-TW" dirty="0"/>
              <a:t>加上 grid_cell_offset = 0.5</a:t>
            </a:r>
            <a:r>
              <a:rPr lang="zh-TW" altLang="en-US" dirty="0"/>
              <a:t>，使</a:t>
            </a:r>
            <a:r>
              <a:rPr lang="zh-TW" altLang="zh-TW" dirty="0"/>
              <a:t>(0.5, 0.5)、(1.5, 0.5)</a:t>
            </a:r>
            <a:r>
              <a:rPr lang="zh-TW" altLang="en-US" dirty="0"/>
              <a:t>、</a:t>
            </a:r>
            <a:r>
              <a:rPr lang="en-US" altLang="zh-TW" dirty="0"/>
              <a:t>……</a:t>
            </a:r>
          </a:p>
          <a:p>
            <a:r>
              <a:rPr lang="zh-TW" altLang="en-US" dirty="0"/>
              <a:t>再乘上</a:t>
            </a:r>
            <a:r>
              <a:rPr lang="zh-TW" altLang="zh-TW" dirty="0"/>
              <a:t>stride</a:t>
            </a:r>
            <a:r>
              <a:rPr lang="zh-TW" altLang="en-US" dirty="0"/>
              <a:t>來對應回原圖的點位</a:t>
            </a:r>
            <a:endParaRPr lang="en-US" altLang="zh-TW" dirty="0"/>
          </a:p>
          <a:p>
            <a:r>
              <a:rPr lang="zh-TW" altLang="en-US" dirty="0"/>
              <a:t>並且</a:t>
            </a:r>
            <a:r>
              <a:rPr lang="zh-TW" altLang="zh-TW" dirty="0">
                <a:solidFill>
                  <a:srgbClr val="FF0000"/>
                </a:solidFill>
              </a:rPr>
              <a:t>預測 left, top, right, bottom 四個距離</a:t>
            </a:r>
            <a:endParaRPr lang="en-US" altLang="zh-TW" dirty="0">
              <a:solidFill>
                <a:srgbClr val="FF0000"/>
              </a:solidFill>
            </a:endParaRPr>
          </a:p>
          <a:p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0312BAD-9690-D1D0-FA2A-E61A80831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11</a:t>
            </a:fld>
            <a:endParaRPr lang="zh-TW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筆跡 4">
                <a:extLst>
                  <a:ext uri="{FF2B5EF4-FFF2-40B4-BE49-F238E27FC236}">
                    <a16:creationId xmlns:a16="http://schemas.microsoft.com/office/drawing/2014/main" id="{80ECD11D-02B7-8C11-CC12-94CD90E6FB00}"/>
                  </a:ext>
                </a:extLst>
              </p14:cNvPr>
              <p14:cNvContentPartPr/>
              <p14:nvPr/>
            </p14:nvContentPartPr>
            <p14:xfrm>
              <a:off x="266760" y="88920"/>
              <a:ext cx="11334960" cy="6172560"/>
            </p14:xfrm>
          </p:contentPart>
        </mc:Choice>
        <mc:Fallback xmlns="">
          <p:pic>
            <p:nvPicPr>
              <p:cNvPr id="5" name="筆跡 4">
                <a:extLst>
                  <a:ext uri="{FF2B5EF4-FFF2-40B4-BE49-F238E27FC236}">
                    <a16:creationId xmlns:a16="http://schemas.microsoft.com/office/drawing/2014/main" id="{80ECD11D-02B7-8C11-CC12-94CD90E6FB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7400" y="79560"/>
                <a:ext cx="11353680" cy="619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1230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1F3329-917E-BE2A-FC4A-F25ADD83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Positive anchor point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8A0068-C3D2-7691-5B44-B8B877166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9764" cy="4351338"/>
          </a:xfrm>
        </p:spPr>
        <p:txBody>
          <a:bodyPr/>
          <a:lstStyle/>
          <a:p>
            <a:r>
              <a:rPr lang="zh-TW" altLang="en-US" dirty="0"/>
              <a:t>第一步：</a:t>
            </a:r>
            <a:r>
              <a:rPr lang="zh-TW" altLang="zh-TW" dirty="0"/>
              <a:t>判斷 anchor point 的中心點有沒有落在 ground truth box 裡</a:t>
            </a:r>
            <a:endParaRPr lang="en-US" altLang="zh-TW" dirty="0"/>
          </a:p>
          <a:p>
            <a:r>
              <a:rPr lang="zh-TW" altLang="zh-TW" dirty="0"/>
              <a:t>第二步：計算每個候選點的分類分數與 IoU</a:t>
            </a:r>
            <a:r>
              <a:rPr lang="en-US" altLang="zh-TW" dirty="0"/>
              <a:t>(</a:t>
            </a:r>
            <a:r>
              <a:rPr lang="zh-TW" altLang="zh-TW" dirty="0"/>
              <a:t>get_box_metrics()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第三步：每個 GT 挑 top-k 個候選點</a:t>
            </a:r>
            <a:r>
              <a:rPr lang="en-US" altLang="zh-TW" dirty="0"/>
              <a:t>(</a:t>
            </a:r>
            <a:r>
              <a:rPr lang="zh-TW" altLang="zh-TW" dirty="0"/>
              <a:t>alignment metric 排名</a:t>
            </a:r>
            <a:r>
              <a:rPr lang="en-US" altLang="zh-TW" dirty="0"/>
              <a:t>)</a:t>
            </a:r>
          </a:p>
          <a:p>
            <a:r>
              <a:rPr lang="zh-TW" altLang="zh-TW" dirty="0"/>
              <a:t>第四步：如果一個 anchor point 同時被多個 GT 選中怎麼辦？</a:t>
            </a:r>
            <a:endParaRPr lang="en-US" altLang="zh-TW" dirty="0"/>
          </a:p>
          <a:p>
            <a:r>
              <a:rPr lang="zh-TW" altLang="en-US" dirty="0"/>
              <a:t>用</a:t>
            </a:r>
            <a:r>
              <a:rPr lang="zh-TW" altLang="zh-TW" dirty="0"/>
              <a:t>select_candidates_in_gts()</a:t>
            </a:r>
            <a:r>
              <a:rPr lang="zh-TW" altLang="en-US" dirty="0"/>
              <a:t> 將 </a:t>
            </a:r>
            <a:r>
              <a:rPr lang="zh-TW" altLang="zh-TW" dirty="0"/>
              <a:t>bbox(xyxy) 轉成 anchor point 到 bbox 四邊的 ltrb 距離</a:t>
            </a:r>
            <a:endParaRPr lang="en-US" altLang="zh-TW" dirty="0"/>
          </a:p>
          <a:p>
            <a:r>
              <a:rPr lang="zh-TW" altLang="zh-TW" dirty="0"/>
              <a:t>所有 anchor points 都會輸出 class score 和 l/t/r/b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D712B0-F2CB-8282-3140-0D79591D2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3523A0A-0DAB-4DE8-8C1D-EB136B224FD2}"/>
              </a:ext>
            </a:extLst>
          </p:cNvPr>
          <p:cNvSpPr txBox="1"/>
          <p:nvPr/>
        </p:nvSpPr>
        <p:spPr>
          <a:xfrm>
            <a:off x="7354454" y="258604"/>
            <a:ext cx="2743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If anchor points P = (xa, </a:t>
            </a:r>
            <a:r>
              <a:rPr lang="en-US" altLang="zh-TW" dirty="0" err="1"/>
              <a:t>ya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xa - x1   ← </a:t>
            </a:r>
            <a:r>
              <a:rPr lang="zh-TW" altLang="en-US" dirty="0"/>
              <a:t>距離左邊界</a:t>
            </a:r>
          </a:p>
          <a:p>
            <a:r>
              <a:rPr lang="en-US" altLang="zh-TW" dirty="0" err="1"/>
              <a:t>ya</a:t>
            </a:r>
            <a:r>
              <a:rPr lang="en-US" altLang="zh-TW" dirty="0"/>
              <a:t> - y1   ← </a:t>
            </a:r>
            <a:r>
              <a:rPr lang="zh-TW" altLang="en-US" dirty="0"/>
              <a:t>距離上邊界</a:t>
            </a:r>
          </a:p>
          <a:p>
            <a:r>
              <a:rPr lang="en-US" altLang="zh-TW" dirty="0"/>
              <a:t>x2 - xa   ← </a:t>
            </a:r>
            <a:r>
              <a:rPr lang="zh-TW" altLang="en-US" dirty="0"/>
              <a:t>距離右邊界</a:t>
            </a:r>
          </a:p>
          <a:p>
            <a:r>
              <a:rPr lang="en-US" altLang="zh-TW" dirty="0"/>
              <a:t>y2 - </a:t>
            </a:r>
            <a:r>
              <a:rPr lang="en-US" altLang="zh-TW" dirty="0" err="1"/>
              <a:t>ya</a:t>
            </a:r>
            <a:r>
              <a:rPr lang="en-US" altLang="zh-TW" dirty="0"/>
              <a:t>   ← </a:t>
            </a:r>
            <a:r>
              <a:rPr lang="zh-TW" altLang="en-US" dirty="0"/>
              <a:t>距離下邊界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218EF88-6941-F894-D083-2159BC784FA6}"/>
              </a:ext>
            </a:extLst>
          </p:cNvPr>
          <p:cNvSpPr txBox="1"/>
          <p:nvPr/>
        </p:nvSpPr>
        <p:spPr>
          <a:xfrm>
            <a:off x="7269018" y="59922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alignment metric = </a:t>
            </a:r>
            <a:r>
              <a:rPr lang="zh-TW" altLang="en-US" dirty="0"/>
              <a:t>分類分數</a:t>
            </a:r>
            <a:r>
              <a:rPr lang="en-US" altLang="zh-TW" dirty="0"/>
              <a:t>^alpha × </a:t>
            </a:r>
            <a:r>
              <a:rPr lang="en-US" altLang="zh-TW" dirty="0" err="1"/>
              <a:t>IoU^beta</a:t>
            </a:r>
            <a:endParaRPr lang="zh-TW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筆跡 8">
                <a:extLst>
                  <a:ext uri="{FF2B5EF4-FFF2-40B4-BE49-F238E27FC236}">
                    <a16:creationId xmlns:a16="http://schemas.microsoft.com/office/drawing/2014/main" id="{5AAE15ED-5ED1-F57E-9398-6A1CADF92B0D}"/>
                  </a:ext>
                </a:extLst>
              </p14:cNvPr>
              <p14:cNvContentPartPr/>
              <p14:nvPr/>
            </p14:nvContentPartPr>
            <p14:xfrm>
              <a:off x="1371600" y="2209680"/>
              <a:ext cx="10185840" cy="4229640"/>
            </p14:xfrm>
          </p:contentPart>
        </mc:Choice>
        <mc:Fallback xmlns="">
          <p:pic>
            <p:nvPicPr>
              <p:cNvPr id="9" name="筆跡 8">
                <a:extLst>
                  <a:ext uri="{FF2B5EF4-FFF2-40B4-BE49-F238E27FC236}">
                    <a16:creationId xmlns:a16="http://schemas.microsoft.com/office/drawing/2014/main" id="{5AAE15ED-5ED1-F57E-9398-6A1CADF92B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2240" y="2200320"/>
                <a:ext cx="10204560" cy="42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9909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2AA898-2163-2CB6-43D6-B00927CF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cls loss</a:t>
            </a:r>
            <a:r>
              <a:rPr lang="zh-TW" altLang="en-US" dirty="0"/>
              <a:t>、</a:t>
            </a:r>
            <a:r>
              <a:rPr lang="zh-TW" altLang="zh-TW" dirty="0"/>
              <a:t>box loss</a:t>
            </a:r>
            <a:r>
              <a:rPr lang="zh-TW" altLang="en-US" dirty="0"/>
              <a:t>、</a:t>
            </a:r>
            <a:r>
              <a:rPr lang="zh-TW" altLang="zh-TW" dirty="0"/>
              <a:t>DFL loss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FE5099D-1E88-4E99-E8BD-DF3D997AA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TW" dirty="0" err="1"/>
              <a:t>cls</a:t>
            </a:r>
            <a:r>
              <a:rPr lang="en-US" altLang="zh-TW" dirty="0"/>
              <a:t> loss</a:t>
            </a:r>
            <a:r>
              <a:rPr lang="zh-TW" altLang="en-US" dirty="0"/>
              <a:t>：</a:t>
            </a:r>
          </a:p>
          <a:p>
            <a:pPr marL="0" indent="0">
              <a:buNone/>
            </a:pPr>
            <a:r>
              <a:rPr lang="zh-TW" altLang="en-US" dirty="0"/>
              <a:t>所有 </a:t>
            </a:r>
            <a:r>
              <a:rPr lang="en-US" altLang="zh-TW" dirty="0"/>
              <a:t>anchor points </a:t>
            </a:r>
            <a:r>
              <a:rPr lang="zh-TW" altLang="en-US" dirty="0"/>
              <a:t>都算</a:t>
            </a:r>
          </a:p>
          <a:p>
            <a:pPr marL="0" indent="0">
              <a:buNone/>
            </a:pPr>
            <a:r>
              <a:rPr lang="zh-TW" altLang="en-US" dirty="0"/>
              <a:t>正樣本學正確類別</a:t>
            </a:r>
          </a:p>
          <a:p>
            <a:pPr marL="0" indent="0">
              <a:buNone/>
            </a:pPr>
            <a:r>
              <a:rPr lang="zh-TW" altLang="en-US" dirty="0"/>
              <a:t>負樣本學所有類別為 </a:t>
            </a:r>
            <a:r>
              <a:rPr lang="en-US" altLang="zh-TW" dirty="0"/>
              <a:t>0</a:t>
            </a:r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box loss</a:t>
            </a:r>
            <a:r>
              <a:rPr lang="zh-TW" altLang="en-US" dirty="0"/>
              <a:t>：</a:t>
            </a:r>
          </a:p>
          <a:p>
            <a:pPr marL="0" indent="0">
              <a:buNone/>
            </a:pPr>
            <a:r>
              <a:rPr lang="zh-TW" altLang="en-US" dirty="0"/>
              <a:t>只對正樣本算</a:t>
            </a:r>
          </a:p>
          <a:p>
            <a:pPr marL="0" indent="0">
              <a:buNone/>
            </a:pPr>
            <a:r>
              <a:rPr lang="zh-TW" altLang="en-US" dirty="0"/>
              <a:t>比較 </a:t>
            </a:r>
            <a:r>
              <a:rPr lang="en-US" altLang="zh-TW" dirty="0" err="1"/>
              <a:t>pred_bboxes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 err="1"/>
              <a:t>target_bboxes</a:t>
            </a:r>
            <a:r>
              <a:rPr lang="en-US" altLang="zh-TW" dirty="0"/>
              <a:t> </a:t>
            </a:r>
            <a:r>
              <a:rPr lang="zh-TW" altLang="en-US" dirty="0"/>
              <a:t>的 </a:t>
            </a:r>
            <a:r>
              <a:rPr lang="en-US" altLang="zh-TW" dirty="0" err="1"/>
              <a:t>IoU</a:t>
            </a:r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DFL loss</a:t>
            </a:r>
            <a:r>
              <a:rPr lang="zh-TW" altLang="en-US" dirty="0"/>
              <a:t>：</a:t>
            </a:r>
          </a:p>
          <a:p>
            <a:pPr marL="0" indent="0">
              <a:buNone/>
            </a:pPr>
            <a:r>
              <a:rPr lang="zh-TW" altLang="en-US" dirty="0"/>
              <a:t>只對正樣本算</a:t>
            </a:r>
          </a:p>
          <a:p>
            <a:pPr marL="0" indent="0">
              <a:buNone/>
            </a:pPr>
            <a:r>
              <a:rPr lang="zh-TW" altLang="en-US" dirty="0"/>
              <a:t>比較 </a:t>
            </a:r>
            <a:r>
              <a:rPr lang="en-US" altLang="zh-TW" dirty="0" err="1"/>
              <a:t>pred_dist</a:t>
            </a:r>
            <a:r>
              <a:rPr lang="en-US" altLang="zh-TW" dirty="0"/>
              <a:t> </a:t>
            </a:r>
            <a:r>
              <a:rPr lang="zh-TW" altLang="en-US" dirty="0"/>
              <a:t>和 </a:t>
            </a:r>
            <a:r>
              <a:rPr lang="en-US" altLang="zh-TW" dirty="0" err="1"/>
              <a:t>target_ltrb</a:t>
            </a:r>
            <a:r>
              <a:rPr lang="en-US" altLang="zh-TW" dirty="0"/>
              <a:t> </a:t>
            </a:r>
            <a:r>
              <a:rPr lang="zh-TW" altLang="en-US" dirty="0"/>
              <a:t>的距離分佈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FECEB-8D4E-CA62-7E67-7FDA38D1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15899D0-BC58-8727-0C48-6D8A11AB3D9A}"/>
              </a:ext>
            </a:extLst>
          </p:cNvPr>
          <p:cNvSpPr txBox="1"/>
          <p:nvPr/>
        </p:nvSpPr>
        <p:spPr>
          <a:xfrm>
            <a:off x="7795491" y="2939672"/>
            <a:ext cx="3066472" cy="15696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zh-TW" sz="2400" dirty="0" err="1"/>
              <a:t>total_loss</a:t>
            </a:r>
            <a:r>
              <a:rPr lang="en-US" altLang="zh-TW" sz="2400" dirty="0"/>
              <a:t> =</a:t>
            </a:r>
          </a:p>
          <a:p>
            <a:r>
              <a:rPr lang="en-US" altLang="zh-TW" sz="2400" dirty="0" err="1"/>
              <a:t>box_loss</a:t>
            </a:r>
            <a:r>
              <a:rPr lang="en-US" altLang="zh-TW" sz="2400" dirty="0"/>
              <a:t> × </a:t>
            </a:r>
            <a:r>
              <a:rPr lang="en-US" altLang="zh-TW" sz="2400" dirty="0" err="1"/>
              <a:t>box_gain</a:t>
            </a:r>
            <a:endParaRPr lang="en-US" altLang="zh-TW" sz="2400" dirty="0"/>
          </a:p>
          <a:p>
            <a:r>
              <a:rPr lang="en-US" altLang="zh-TW" sz="2400" dirty="0"/>
              <a:t>+ </a:t>
            </a:r>
            <a:r>
              <a:rPr lang="en-US" altLang="zh-TW" sz="2400" dirty="0" err="1"/>
              <a:t>cls_loss</a:t>
            </a:r>
            <a:r>
              <a:rPr lang="en-US" altLang="zh-TW" sz="2400" dirty="0"/>
              <a:t> × </a:t>
            </a:r>
            <a:r>
              <a:rPr lang="en-US" altLang="zh-TW" sz="2400" dirty="0" err="1"/>
              <a:t>cls_gain</a:t>
            </a:r>
            <a:endParaRPr lang="en-US" altLang="zh-TW" sz="2400" dirty="0"/>
          </a:p>
          <a:p>
            <a:r>
              <a:rPr lang="en-US" altLang="zh-TW" sz="2400" dirty="0"/>
              <a:t>+ </a:t>
            </a:r>
            <a:r>
              <a:rPr lang="en-US" altLang="zh-TW" sz="2400" dirty="0" err="1"/>
              <a:t>dfl_loss</a:t>
            </a:r>
            <a:r>
              <a:rPr lang="en-US" altLang="zh-TW" sz="2400" dirty="0"/>
              <a:t> × </a:t>
            </a:r>
            <a:r>
              <a:rPr lang="en-US" altLang="zh-TW" sz="2400" dirty="0" err="1"/>
              <a:t>dfl_gain</a:t>
            </a:r>
            <a:endParaRPr lang="zh-TW" altLang="en-US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CA21476C-56AB-6C43-1934-DBC827092EA4}"/>
                  </a:ext>
                </a:extLst>
              </p14:cNvPr>
              <p14:cNvContentPartPr/>
              <p14:nvPr/>
            </p14:nvContentPartPr>
            <p14:xfrm>
              <a:off x="851040" y="799920"/>
              <a:ext cx="10699920" cy="288360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CA21476C-56AB-6C43-1934-DBC827092EA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1680" y="790560"/>
                <a:ext cx="10718640" cy="290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2939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85F1CA-2461-9B5D-A1AA-2EDDF5E67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統整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E3947E-721E-4266-2389-856439452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14696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sz="2000" dirty="0"/>
              <a:t>輸入圖片</a:t>
            </a:r>
          </a:p>
          <a:p>
            <a:pPr marL="0" indent="0">
              <a:buNone/>
            </a:pPr>
            <a:r>
              <a:rPr lang="zh-TW" altLang="en-US" sz="2000" dirty="0"/>
              <a:t>  ↓</a:t>
            </a:r>
          </a:p>
          <a:p>
            <a:pPr marL="0" indent="0">
              <a:buNone/>
            </a:pPr>
            <a:r>
              <a:rPr lang="en-US" altLang="zh-TW" sz="2000" dirty="0"/>
              <a:t>Head </a:t>
            </a:r>
            <a:r>
              <a:rPr lang="zh-TW" altLang="en-US" sz="2000" dirty="0"/>
              <a:t>輸出每個 </a:t>
            </a:r>
            <a:r>
              <a:rPr lang="en-US" altLang="zh-TW" sz="2000" dirty="0"/>
              <a:t>anchor point </a:t>
            </a:r>
            <a:r>
              <a:rPr lang="zh-TW" altLang="en-US" sz="2000" dirty="0"/>
              <a:t>的 </a:t>
            </a:r>
            <a:r>
              <a:rPr lang="en-US" altLang="zh-TW" sz="2000" dirty="0" err="1"/>
              <a:t>pred_scores</a:t>
            </a:r>
            <a:r>
              <a:rPr lang="en-US" altLang="zh-TW" sz="2000" dirty="0"/>
              <a:t> </a:t>
            </a:r>
            <a:r>
              <a:rPr lang="zh-TW" altLang="en-US" sz="2000" dirty="0"/>
              <a:t>和 </a:t>
            </a:r>
            <a:r>
              <a:rPr lang="en-US" altLang="zh-TW" sz="2000" dirty="0" err="1"/>
              <a:t>pred_dist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  ↓</a:t>
            </a:r>
          </a:p>
          <a:p>
            <a:pPr marL="0" indent="0">
              <a:buNone/>
            </a:pPr>
            <a:r>
              <a:rPr lang="en-US" altLang="zh-TW" sz="2000" dirty="0" err="1"/>
              <a:t>pred_dist</a:t>
            </a:r>
            <a:r>
              <a:rPr lang="en-US" altLang="zh-TW" sz="2000" dirty="0"/>
              <a:t> </a:t>
            </a:r>
            <a:r>
              <a:rPr lang="zh-TW" altLang="en-US" sz="2000" dirty="0"/>
              <a:t>解碼成 </a:t>
            </a:r>
            <a:r>
              <a:rPr lang="en-US" altLang="zh-TW" sz="2000" dirty="0" err="1"/>
              <a:t>pred_bboxes</a:t>
            </a:r>
            <a:endParaRPr lang="en-US" altLang="zh-TW" sz="2000" dirty="0"/>
          </a:p>
          <a:p>
            <a:pPr marL="0" indent="0">
              <a:buNone/>
            </a:pPr>
            <a:r>
              <a:rPr lang="en-US" altLang="zh-TW" sz="2000" dirty="0"/>
              <a:t>  ↓</a:t>
            </a:r>
          </a:p>
          <a:p>
            <a:pPr marL="0" indent="0">
              <a:buNone/>
            </a:pPr>
            <a:r>
              <a:rPr lang="en-US" altLang="zh-TW" sz="2000" dirty="0" err="1"/>
              <a:t>select_candidates_in_gts</a:t>
            </a:r>
            <a:r>
              <a:rPr lang="en-US" altLang="zh-TW" sz="2000" dirty="0"/>
              <a:t>()</a:t>
            </a:r>
          </a:p>
          <a:p>
            <a:pPr marL="0" indent="0">
              <a:buNone/>
            </a:pPr>
            <a:r>
              <a:rPr lang="zh-TW" altLang="en-US" sz="2000" dirty="0"/>
              <a:t>先找落在 </a:t>
            </a:r>
            <a:r>
              <a:rPr lang="en-US" altLang="zh-TW" sz="2000" dirty="0"/>
              <a:t>GT box </a:t>
            </a:r>
            <a:r>
              <a:rPr lang="zh-TW" altLang="en-US" sz="2000" dirty="0"/>
              <a:t>內的 </a:t>
            </a:r>
            <a:r>
              <a:rPr lang="en-US" altLang="zh-TW" sz="2000" dirty="0"/>
              <a:t>anchor points</a:t>
            </a:r>
          </a:p>
          <a:p>
            <a:pPr marL="0" indent="0">
              <a:buNone/>
            </a:pPr>
            <a:r>
              <a:rPr lang="en-US" altLang="zh-TW" sz="2000" dirty="0"/>
              <a:t>  ↓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7E345C-CB32-2031-81E0-22CE77D00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E0DA0D9-772A-EEAD-7A1E-05F116ED80BE}"/>
              </a:ext>
            </a:extLst>
          </p:cNvPr>
          <p:cNvSpPr txBox="1"/>
          <p:nvPr/>
        </p:nvSpPr>
        <p:spPr>
          <a:xfrm>
            <a:off x="6206838" y="1690687"/>
            <a:ext cx="461125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000" dirty="0"/>
              <a:t>計算每個候選點的分類分數與 </a:t>
            </a:r>
            <a:r>
              <a:rPr lang="en-US" altLang="zh-TW" sz="2000" dirty="0" err="1"/>
              <a:t>IoU</a:t>
            </a:r>
            <a:endParaRPr lang="en-US" altLang="zh-TW" sz="2000" dirty="0"/>
          </a:p>
          <a:p>
            <a:r>
              <a:rPr lang="en-US" altLang="zh-TW" sz="2000" dirty="0"/>
              <a:t>  ↓</a:t>
            </a:r>
          </a:p>
          <a:p>
            <a:r>
              <a:rPr lang="en-US" altLang="zh-TW" sz="2000" dirty="0" err="1"/>
              <a:t>TaskAlignedAssigner</a:t>
            </a:r>
            <a:r>
              <a:rPr lang="en-US" altLang="zh-TW" sz="2000" dirty="0"/>
              <a:t> </a:t>
            </a:r>
            <a:r>
              <a:rPr lang="zh-TW" altLang="en-US" sz="2000" dirty="0"/>
              <a:t>選 </a:t>
            </a:r>
            <a:r>
              <a:rPr lang="en-US" altLang="zh-TW" sz="2000" dirty="0"/>
              <a:t>top-k </a:t>
            </a:r>
            <a:r>
              <a:rPr lang="zh-TW" altLang="en-US" sz="2000" dirty="0"/>
              <a:t>正樣本</a:t>
            </a:r>
          </a:p>
          <a:p>
            <a:r>
              <a:rPr lang="zh-TW" altLang="en-US" sz="2000" dirty="0"/>
              <a:t>  ↓</a:t>
            </a:r>
          </a:p>
          <a:p>
            <a:r>
              <a:rPr lang="zh-TW" altLang="en-US" sz="2000" dirty="0"/>
              <a:t>正樣本：</a:t>
            </a:r>
          </a:p>
          <a:p>
            <a:r>
              <a:rPr lang="zh-TW" altLang="en-US" sz="2000" dirty="0"/>
              <a:t>  計算 </a:t>
            </a:r>
            <a:r>
              <a:rPr lang="en-US" altLang="zh-TW" sz="2000" dirty="0" err="1"/>
              <a:t>cls</a:t>
            </a:r>
            <a:r>
              <a:rPr lang="en-US" altLang="zh-TW" sz="2000" dirty="0"/>
              <a:t> loss + box loss + DFL loss</a:t>
            </a:r>
          </a:p>
          <a:p>
            <a:endParaRPr lang="en-US" altLang="zh-TW" sz="2000" dirty="0"/>
          </a:p>
          <a:p>
            <a:r>
              <a:rPr lang="zh-TW" altLang="en-US" sz="2000" dirty="0"/>
              <a:t>負樣本：</a:t>
            </a:r>
          </a:p>
          <a:p>
            <a:r>
              <a:rPr lang="zh-TW" altLang="en-US" sz="2000" dirty="0"/>
              <a:t>  只計算 </a:t>
            </a:r>
            <a:r>
              <a:rPr lang="en-US" altLang="zh-TW" sz="2000" dirty="0" err="1"/>
              <a:t>cls</a:t>
            </a:r>
            <a:r>
              <a:rPr lang="en-US" altLang="zh-TW" sz="2000" dirty="0"/>
              <a:t> loss</a:t>
            </a:r>
            <a:r>
              <a:rPr lang="zh-TW" altLang="en-US" sz="2000" dirty="0"/>
              <a:t>，不計算 </a:t>
            </a:r>
            <a:r>
              <a:rPr lang="en-US" altLang="zh-TW" sz="2000" dirty="0"/>
              <a:t>box / DFL loss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筆跡 6">
                <a:extLst>
                  <a:ext uri="{FF2B5EF4-FFF2-40B4-BE49-F238E27FC236}">
                    <a16:creationId xmlns:a16="http://schemas.microsoft.com/office/drawing/2014/main" id="{861490EF-96F4-D3C4-D4D9-3C28F0DCA087}"/>
                  </a:ext>
                </a:extLst>
              </p14:cNvPr>
              <p14:cNvContentPartPr/>
              <p14:nvPr/>
            </p14:nvContentPartPr>
            <p14:xfrm>
              <a:off x="895320" y="1974960"/>
              <a:ext cx="9417600" cy="3251520"/>
            </p14:xfrm>
          </p:contentPart>
        </mc:Choice>
        <mc:Fallback xmlns="">
          <p:pic>
            <p:nvPicPr>
              <p:cNvPr id="7" name="筆跡 6">
                <a:extLst>
                  <a:ext uri="{FF2B5EF4-FFF2-40B4-BE49-F238E27FC236}">
                    <a16:creationId xmlns:a16="http://schemas.microsoft.com/office/drawing/2014/main" id="{861490EF-96F4-D3C4-D4D9-3C28F0DCA0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5960" y="1965600"/>
                <a:ext cx="9436320" cy="3270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22364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9F412F-379D-300C-4814-C5E22989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08767AD-341E-7C74-C5C6-F38CDB05E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A94DF-9A9C-44DC-BC60-FF93EF5775D0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9A0442F-7EC5-2A4D-6220-0268D6DEAA7B}"/>
              </a:ext>
            </a:extLst>
          </p:cNvPr>
          <p:cNvSpPr txBox="1"/>
          <p:nvPr/>
        </p:nvSpPr>
        <p:spPr>
          <a:xfrm>
            <a:off x="0" y="1690688"/>
            <a:ext cx="123028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TW" altLang="zh-TW" b="1" dirty="0"/>
              <a:t>2. 架構流程圖 + 基礎函式分解</a:t>
            </a:r>
          </a:p>
          <a:p>
            <a:pPr>
              <a:buNone/>
            </a:pPr>
            <a:r>
              <a:rPr lang="zh-TW" altLang="zh-TW" dirty="0"/>
              <a:t>寫進 </a:t>
            </a:r>
            <a:r>
              <a:rPr lang="zh-TW" altLang="zh-TW" dirty="0">
                <a:hlinkClick r:id="rId2"/>
              </a:rPr>
              <a:t>ultralytics_yolo11/ARCHITECTURE.md</a:t>
            </a:r>
            <a:r>
              <a:rPr lang="zh-TW" altLang="zh-TW" dirty="0"/>
              <a:t>（含 Mermaid 流程圖、逐層對照表、分解樹、基礎函式總表）。重點摘要：</a:t>
            </a:r>
          </a:p>
          <a:p>
            <a:pPr>
              <a:buNone/>
            </a:pPr>
            <a:r>
              <a:rPr lang="zh-TW" altLang="zh-TW" b="1" dirty="0"/>
              <a:t>資料流：</a:t>
            </a:r>
            <a:r>
              <a:rPr lang="zh-TW" altLang="zh-TW" dirty="0"/>
              <a:t> 影像 → </a:t>
            </a:r>
            <a:r>
              <a:rPr lang="zh-TW" altLang="zh-TW" b="1" dirty="0"/>
              <a:t>Backbone</a:t>
            </a:r>
            <a:r>
              <a:rPr lang="zh-TW" altLang="zh-TW" dirty="0"/>
              <a:t>(0–10：</a:t>
            </a:r>
            <a:r>
              <a:rPr lang="zh-TW" altLang="zh-TW" dirty="0">
                <a:latin typeface="Courier New" panose="02070309020205020404" pitchFamily="49" charset="0"/>
              </a:rPr>
              <a:t>Conv</a:t>
            </a:r>
            <a:r>
              <a:rPr lang="zh-TW" altLang="zh-TW" dirty="0"/>
              <a:t>下採樣 + </a:t>
            </a:r>
            <a:r>
              <a:rPr lang="zh-TW" altLang="zh-TW" dirty="0">
                <a:latin typeface="Courier New" panose="02070309020205020404" pitchFamily="49" charset="0"/>
              </a:rPr>
              <a:t>C3k2</a:t>
            </a:r>
            <a:r>
              <a:rPr lang="zh-TW" altLang="zh-TW" dirty="0"/>
              <a:t>特徵 + </a:t>
            </a:r>
            <a:r>
              <a:rPr lang="zh-TW" altLang="zh-TW" dirty="0">
                <a:latin typeface="Courier New" panose="02070309020205020404" pitchFamily="49" charset="0"/>
              </a:rPr>
              <a:t>SPPF</a:t>
            </a:r>
            <a:r>
              <a:rPr lang="zh-TW" altLang="zh-TW" dirty="0"/>
              <a:t> + </a:t>
            </a:r>
            <a:r>
              <a:rPr lang="zh-TW" altLang="zh-TW" dirty="0">
                <a:latin typeface="Courier New" panose="02070309020205020404" pitchFamily="49" charset="0"/>
              </a:rPr>
              <a:t>C2PSA</a:t>
            </a:r>
            <a:r>
              <a:rPr lang="zh-TW" altLang="zh-TW" dirty="0"/>
              <a:t>) → </a:t>
            </a:r>
            <a:r>
              <a:rPr lang="zh-TW" altLang="zh-TW" b="1" dirty="0"/>
              <a:t>Neck</a:t>
            </a:r>
            <a:r>
              <a:rPr lang="zh-TW" altLang="zh-TW" dirty="0"/>
              <a:t>(11–22：</a:t>
            </a:r>
            <a:r>
              <a:rPr lang="zh-TW" altLang="zh-TW" dirty="0">
                <a:latin typeface="Courier New" panose="02070309020205020404" pitchFamily="49" charset="0"/>
              </a:rPr>
              <a:t>Upsample</a:t>
            </a:r>
            <a:r>
              <a:rPr lang="zh-TW" altLang="zh-TW" dirty="0"/>
              <a:t>+</a:t>
            </a:r>
            <a:r>
              <a:rPr lang="zh-TW" altLang="zh-TW" dirty="0">
                <a:latin typeface="Courier New" panose="02070309020205020404" pitchFamily="49" charset="0"/>
              </a:rPr>
              <a:t>Concat</a:t>
            </a:r>
            <a:r>
              <a:rPr lang="zh-TW" altLang="zh-TW" dirty="0"/>
              <a:t> 雙向 PAN-FPN 融合) → </a:t>
            </a:r>
            <a:r>
              <a:rPr lang="zh-TW" altLang="zh-TW" b="1" dirty="0"/>
              <a:t>Head</a:t>
            </a:r>
            <a:r>
              <a:rPr lang="zh-TW" altLang="zh-TW" dirty="0"/>
              <a:t>(23：</a:t>
            </a:r>
            <a:r>
              <a:rPr lang="zh-TW" altLang="zh-TW" dirty="0">
                <a:latin typeface="Courier New" panose="02070309020205020404" pitchFamily="49" charset="0"/>
              </a:rPr>
              <a:t>Detect</a:t>
            </a:r>
            <a:r>
              <a:rPr lang="zh-TW" altLang="zh-TW" dirty="0"/>
              <a:t>，三尺度輸出)</a:t>
            </a:r>
          </a:p>
          <a:p>
            <a:pPr>
              <a:buNone/>
            </a:pPr>
            <a:r>
              <a:rPr lang="zh-TW" altLang="zh-TW" b="1" dirty="0"/>
              <a:t>複合模組 → 最基礎函式：</a:t>
            </a:r>
            <a:endParaRPr lang="zh-TW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dirty="0">
                <a:latin typeface="Courier New" panose="02070309020205020404" pitchFamily="49" charset="0"/>
              </a:rPr>
              <a:t>Conv</a:t>
            </a:r>
            <a:r>
              <a:rPr lang="zh-TW" altLang="zh-TW" dirty="0"/>
              <a:t> = </a:t>
            </a:r>
            <a:r>
              <a:rPr lang="zh-TW" altLang="zh-TW" dirty="0">
                <a:latin typeface="Courier New" panose="02070309020205020404" pitchFamily="49" charset="0"/>
              </a:rPr>
              <a:t>nn.Conv2d</a:t>
            </a:r>
            <a:r>
              <a:rPr lang="zh-TW" altLang="zh-TW" dirty="0"/>
              <a:t> → </a:t>
            </a:r>
            <a:r>
              <a:rPr lang="zh-TW" altLang="zh-TW" dirty="0">
                <a:latin typeface="Courier New" panose="02070309020205020404" pitchFamily="49" charset="0"/>
              </a:rPr>
              <a:t>nn.BatchNorm2d</a:t>
            </a:r>
            <a:r>
              <a:rPr lang="zh-TW" altLang="zh-TW" dirty="0"/>
              <a:t> → </a:t>
            </a:r>
            <a:r>
              <a:rPr lang="zh-TW" altLang="zh-TW" dirty="0">
                <a:latin typeface="Courier New" panose="02070309020205020404" pitchFamily="49" charset="0"/>
              </a:rPr>
              <a:t>nn.SiLU</a:t>
            </a:r>
            <a:r>
              <a:rPr lang="zh-TW" altLang="zh-TW" dirty="0"/>
              <a:t>（全網基石）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dirty="0">
                <a:latin typeface="Courier New" panose="02070309020205020404" pitchFamily="49" charset="0"/>
              </a:rPr>
              <a:t>C3k2</a:t>
            </a:r>
            <a:r>
              <a:rPr lang="zh-TW" altLang="zh-TW" dirty="0"/>
              <a:t> →(</a:t>
            </a:r>
            <a:r>
              <a:rPr lang="zh-TW" altLang="zh-TW" dirty="0">
                <a:latin typeface="Courier New" panose="02070309020205020404" pitchFamily="49" charset="0"/>
              </a:rPr>
              <a:t>C3k</a:t>
            </a:r>
            <a:r>
              <a:rPr lang="zh-TW" altLang="zh-TW" dirty="0"/>
              <a:t>/</a:t>
            </a:r>
            <a:r>
              <a:rPr lang="zh-TW" altLang="zh-TW" dirty="0">
                <a:latin typeface="Courier New" panose="02070309020205020404" pitchFamily="49" charset="0"/>
              </a:rPr>
              <a:t>Bottleneck</a:t>
            </a:r>
            <a:r>
              <a:rPr lang="zh-TW" altLang="zh-TW" dirty="0"/>
              <a:t>) = Conv + 殘差</a:t>
            </a:r>
            <a:r>
              <a:rPr lang="zh-TW" altLang="zh-TW" dirty="0">
                <a:latin typeface="Courier New" panose="02070309020205020404" pitchFamily="49" charset="0"/>
              </a:rPr>
              <a:t>+</a:t>
            </a:r>
            <a:r>
              <a:rPr lang="zh-TW" altLang="zh-TW" dirty="0"/>
              <a:t> + </a:t>
            </a:r>
            <a:r>
              <a:rPr lang="zh-TW" altLang="zh-TW" dirty="0">
                <a:latin typeface="Courier New" panose="02070309020205020404" pitchFamily="49" charset="0"/>
              </a:rPr>
              <a:t>torch.cat</a:t>
            </a:r>
            <a:r>
              <a:rPr lang="zh-TW" altLang="zh-TW" dirty="0"/>
              <a:t>/</a:t>
            </a:r>
            <a:r>
              <a:rPr lang="zh-TW" altLang="zh-TW" dirty="0">
                <a:latin typeface="Courier New" panose="02070309020205020404" pitchFamily="49" charset="0"/>
              </a:rPr>
              <a:t>chunk</a:t>
            </a:r>
            <a:endParaRPr lang="zh-TW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dirty="0">
                <a:latin typeface="Courier New" panose="02070309020205020404" pitchFamily="49" charset="0"/>
              </a:rPr>
              <a:t>SPPF</a:t>
            </a:r>
            <a:r>
              <a:rPr lang="zh-TW" altLang="zh-TW" dirty="0"/>
              <a:t> = Conv + </a:t>
            </a:r>
            <a:r>
              <a:rPr lang="zh-TW" altLang="zh-TW" dirty="0">
                <a:latin typeface="Courier New" panose="02070309020205020404" pitchFamily="49" charset="0"/>
              </a:rPr>
              <a:t>nn.MaxPool2d</a:t>
            </a:r>
            <a:r>
              <a:rPr lang="zh-TW" altLang="zh-TW" dirty="0"/>
              <a:t>×3 + </a:t>
            </a:r>
            <a:r>
              <a:rPr lang="zh-TW" altLang="zh-TW" dirty="0">
                <a:latin typeface="Courier New" panose="02070309020205020404" pitchFamily="49" charset="0"/>
              </a:rPr>
              <a:t>torch.cat</a:t>
            </a:r>
            <a:endParaRPr lang="zh-TW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dirty="0">
                <a:latin typeface="Courier New" panose="02070309020205020404" pitchFamily="49" charset="0"/>
              </a:rPr>
              <a:t>C2PSA</a:t>
            </a:r>
            <a:r>
              <a:rPr lang="zh-TW" altLang="zh-TW" dirty="0"/>
              <a:t> →</a:t>
            </a:r>
            <a:r>
              <a:rPr lang="zh-TW" altLang="zh-TW" dirty="0">
                <a:latin typeface="Courier New" panose="02070309020205020404" pitchFamily="49" charset="0"/>
              </a:rPr>
              <a:t>PSABlock</a:t>
            </a:r>
            <a:r>
              <a:rPr lang="zh-TW" altLang="zh-TW" dirty="0"/>
              <a:t>→</a:t>
            </a:r>
            <a:r>
              <a:rPr lang="zh-TW" altLang="zh-TW" dirty="0">
                <a:latin typeface="Courier New" panose="02070309020205020404" pitchFamily="49" charset="0"/>
              </a:rPr>
              <a:t>Attention</a:t>
            </a:r>
            <a:r>
              <a:rPr lang="zh-TW" altLang="zh-TW" dirty="0"/>
              <a:t> = Conv + </a:t>
            </a:r>
            <a:r>
              <a:rPr lang="zh-TW" altLang="zh-TW" dirty="0">
                <a:latin typeface="Courier New" panose="02070309020205020404" pitchFamily="49" charset="0"/>
              </a:rPr>
              <a:t>@</a:t>
            </a:r>
            <a:r>
              <a:rPr lang="zh-TW" altLang="zh-TW" dirty="0"/>
              <a:t>(matmul) + </a:t>
            </a:r>
            <a:r>
              <a:rPr lang="zh-TW" altLang="zh-TW" dirty="0">
                <a:latin typeface="Courier New" panose="02070309020205020404" pitchFamily="49" charset="0"/>
              </a:rPr>
              <a:t>softmax</a:t>
            </a:r>
            <a:r>
              <a:rPr lang="zh-TW" altLang="zh-TW" dirty="0"/>
              <a:t> + 殘差</a:t>
            </a:r>
            <a:r>
              <a:rPr lang="zh-TW" altLang="zh-TW" dirty="0">
                <a:latin typeface="Courier New" panose="02070309020205020404" pitchFamily="49" charset="0"/>
              </a:rPr>
              <a:t>+</a:t>
            </a:r>
            <a:endParaRPr lang="zh-TW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dirty="0">
                <a:latin typeface="Courier New" panose="02070309020205020404" pitchFamily="49" charset="0"/>
              </a:rPr>
              <a:t>Concat</a:t>
            </a:r>
            <a:r>
              <a:rPr lang="zh-TW" altLang="zh-TW" dirty="0"/>
              <a:t>=</a:t>
            </a:r>
            <a:r>
              <a:rPr lang="zh-TW" altLang="zh-TW" dirty="0">
                <a:latin typeface="Courier New" panose="02070309020205020404" pitchFamily="49" charset="0"/>
              </a:rPr>
              <a:t>torch.cat</a:t>
            </a:r>
            <a:r>
              <a:rPr lang="zh-TW" altLang="zh-TW" dirty="0"/>
              <a:t>、</a:t>
            </a:r>
            <a:r>
              <a:rPr lang="zh-TW" altLang="zh-TW" dirty="0">
                <a:latin typeface="Courier New" panose="02070309020205020404" pitchFamily="49" charset="0"/>
              </a:rPr>
              <a:t>nn.Upsample</a:t>
            </a:r>
            <a:r>
              <a:rPr lang="zh-TW" altLang="zh-TW" dirty="0"/>
              <a:t>=</a:t>
            </a:r>
            <a:r>
              <a:rPr lang="zh-TW" altLang="zh-TW" dirty="0">
                <a:latin typeface="Courier New" panose="02070309020205020404" pitchFamily="49" charset="0"/>
              </a:rPr>
              <a:t>F.interpolate(nearest)</a:t>
            </a:r>
            <a:endParaRPr lang="zh-TW" altLang="zh-TW" dirty="0"/>
          </a:p>
          <a:p>
            <a:pPr>
              <a:buFont typeface="Arial" panose="020B0604020202020204" pitchFamily="34" charset="0"/>
              <a:buChar char="•"/>
            </a:pPr>
            <a:r>
              <a:rPr lang="zh-TW" altLang="zh-TW" dirty="0">
                <a:latin typeface="Courier New" panose="02070309020205020404" pitchFamily="49" charset="0"/>
              </a:rPr>
              <a:t>Detect</a:t>
            </a:r>
            <a:r>
              <a:rPr lang="zh-TW" altLang="zh-TW" dirty="0"/>
              <a:t> = Conv/</a:t>
            </a:r>
            <a:r>
              <a:rPr lang="zh-TW" altLang="zh-TW" dirty="0">
                <a:latin typeface="Courier New" panose="02070309020205020404" pitchFamily="49" charset="0"/>
              </a:rPr>
              <a:t>DWConv</a:t>
            </a:r>
            <a:r>
              <a:rPr lang="zh-TW" altLang="zh-TW" dirty="0"/>
              <a:t> + </a:t>
            </a:r>
            <a:r>
              <a:rPr lang="zh-TW" altLang="zh-TW" dirty="0">
                <a:latin typeface="Courier New" panose="02070309020205020404" pitchFamily="49" charset="0"/>
              </a:rPr>
              <a:t>DFL</a:t>
            </a:r>
            <a:r>
              <a:rPr lang="zh-TW" altLang="zh-TW" dirty="0"/>
              <a:t>(</a:t>
            </a:r>
            <a:r>
              <a:rPr lang="zh-TW" altLang="zh-TW" dirty="0">
                <a:latin typeface="Courier New" panose="02070309020205020404" pitchFamily="49" charset="0"/>
              </a:rPr>
              <a:t>softmax</a:t>
            </a:r>
            <a:r>
              <a:rPr lang="zh-TW" altLang="zh-TW" dirty="0"/>
              <a:t>+固定</a:t>
            </a:r>
            <a:r>
              <a:rPr lang="zh-TW" altLang="zh-TW" dirty="0">
                <a:latin typeface="Courier New" panose="02070309020205020404" pitchFamily="49" charset="0"/>
              </a:rPr>
              <a:t>Conv2d</a:t>
            </a:r>
            <a:r>
              <a:rPr lang="zh-TW" altLang="zh-TW" dirty="0"/>
              <a:t>) + </a:t>
            </a:r>
            <a:r>
              <a:rPr lang="zh-TW" altLang="zh-TW" dirty="0">
                <a:latin typeface="Courier New" panose="02070309020205020404" pitchFamily="49" charset="0"/>
              </a:rPr>
              <a:t>make_anchors</a:t>
            </a:r>
            <a:r>
              <a:rPr lang="zh-TW" altLang="zh-TW" dirty="0"/>
              <a:t>/</a:t>
            </a:r>
            <a:r>
              <a:rPr lang="zh-TW" altLang="zh-TW" dirty="0">
                <a:latin typeface="Courier New" panose="02070309020205020404" pitchFamily="49" charset="0"/>
              </a:rPr>
              <a:t>dist2bbox</a:t>
            </a:r>
            <a:r>
              <a:rPr lang="zh-TW" altLang="zh-TW" dirty="0"/>
              <a:t> + </a:t>
            </a:r>
            <a:r>
              <a:rPr lang="zh-TW" altLang="zh-TW" dirty="0">
                <a:latin typeface="Courier New" panose="02070309020205020404" pitchFamily="49" charset="0"/>
              </a:rPr>
              <a:t>sigmoid</a:t>
            </a:r>
            <a:endParaRPr lang="zh-TW" altLang="zh-TW" dirty="0"/>
          </a:p>
          <a:p>
            <a:pPr>
              <a:buNone/>
            </a:pPr>
            <a:r>
              <a:rPr lang="zh-TW" altLang="zh-TW" b="1" dirty="0"/>
              <a:t>原子函式分類（leaf）：</a:t>
            </a:r>
            <a:r>
              <a:rPr lang="zh-TW" altLang="zh-TW" dirty="0"/>
              <a:t> 卷積(</a:t>
            </a:r>
            <a:r>
              <a:rPr lang="zh-TW" altLang="zh-TW" dirty="0">
                <a:latin typeface="Courier New" panose="02070309020205020404" pitchFamily="49" charset="0"/>
              </a:rPr>
              <a:t>Conv2d</a:t>
            </a:r>
            <a:r>
              <a:rPr lang="zh-TW" altLang="zh-TW" dirty="0"/>
              <a:t>含深度卷積) · 正規化(</a:t>
            </a:r>
            <a:r>
              <a:rPr lang="zh-TW" altLang="zh-TW" dirty="0">
                <a:latin typeface="Courier New" panose="02070309020205020404" pitchFamily="49" charset="0"/>
              </a:rPr>
              <a:t>BatchNorm2d</a:t>
            </a:r>
            <a:r>
              <a:rPr lang="zh-TW" altLang="zh-TW" dirty="0"/>
              <a:t>) · 激活(</a:t>
            </a:r>
            <a:r>
              <a:rPr lang="zh-TW" altLang="zh-TW" dirty="0">
                <a:latin typeface="Courier New" panose="02070309020205020404" pitchFamily="49" charset="0"/>
              </a:rPr>
              <a:t>SiLU</a:t>
            </a:r>
            <a:r>
              <a:rPr lang="zh-TW" altLang="zh-TW" dirty="0"/>
              <a:t>/</a:t>
            </a:r>
            <a:r>
              <a:rPr lang="zh-TW" altLang="zh-TW" dirty="0">
                <a:latin typeface="Courier New" panose="02070309020205020404" pitchFamily="49" charset="0"/>
              </a:rPr>
              <a:t>softmax</a:t>
            </a:r>
            <a:r>
              <a:rPr lang="zh-TW" altLang="zh-TW" dirty="0"/>
              <a:t>/</a:t>
            </a:r>
            <a:r>
              <a:rPr lang="zh-TW" altLang="zh-TW" dirty="0">
                <a:latin typeface="Courier New" panose="02070309020205020404" pitchFamily="49" charset="0"/>
              </a:rPr>
              <a:t>sigmoid</a:t>
            </a:r>
            <a:r>
              <a:rPr lang="zh-TW" altLang="zh-TW" dirty="0"/>
              <a:t>) · 池化取樣(</a:t>
            </a:r>
            <a:r>
              <a:rPr lang="zh-TW" altLang="zh-TW" dirty="0">
                <a:latin typeface="Courier New" panose="02070309020205020404" pitchFamily="49" charset="0"/>
              </a:rPr>
              <a:t>MaxPool2d</a:t>
            </a:r>
            <a:r>
              <a:rPr lang="zh-TW" altLang="zh-TW" dirty="0"/>
              <a:t>/</a:t>
            </a:r>
            <a:r>
              <a:rPr lang="zh-TW" altLang="zh-TW" dirty="0">
                <a:latin typeface="Courier New" panose="02070309020205020404" pitchFamily="49" charset="0"/>
              </a:rPr>
              <a:t>Upsample</a:t>
            </a:r>
            <a:r>
              <a:rPr lang="zh-TW" altLang="zh-TW" dirty="0"/>
              <a:t>) · 張量重組(</a:t>
            </a:r>
            <a:r>
              <a:rPr lang="zh-TW" altLang="zh-TW" dirty="0">
                <a:latin typeface="Courier New" panose="02070309020205020404" pitchFamily="49" charset="0"/>
              </a:rPr>
              <a:t>cat</a:t>
            </a:r>
            <a:r>
              <a:rPr lang="zh-TW" altLang="zh-TW" dirty="0"/>
              <a:t>/</a:t>
            </a:r>
            <a:r>
              <a:rPr lang="zh-TW" altLang="zh-TW" dirty="0">
                <a:latin typeface="Courier New" panose="02070309020205020404" pitchFamily="49" charset="0"/>
              </a:rPr>
              <a:t>split</a:t>
            </a:r>
            <a:r>
              <a:rPr lang="zh-TW" altLang="zh-TW" dirty="0"/>
              <a:t>/</a:t>
            </a:r>
            <a:r>
              <a:rPr lang="zh-TW" altLang="zh-TW" dirty="0">
                <a:latin typeface="Courier New" panose="02070309020205020404" pitchFamily="49" charset="0"/>
              </a:rPr>
              <a:t>view</a:t>
            </a:r>
            <a:r>
              <a:rPr lang="zh-TW" altLang="zh-TW" dirty="0"/>
              <a:t>) · 元素運算(殘差</a:t>
            </a:r>
            <a:r>
              <a:rPr lang="zh-TW" altLang="zh-TW" dirty="0">
                <a:latin typeface="Courier New" panose="02070309020205020404" pitchFamily="49" charset="0"/>
              </a:rPr>
              <a:t>+</a:t>
            </a:r>
            <a:r>
              <a:rPr lang="zh-TW" altLang="zh-TW" dirty="0"/>
              <a:t>/矩陣</a:t>
            </a:r>
            <a:r>
              <a:rPr lang="zh-TW" altLang="zh-TW" dirty="0">
                <a:latin typeface="Courier New" panose="02070309020205020404" pitchFamily="49" charset="0"/>
              </a:rPr>
              <a:t>@</a:t>
            </a:r>
            <a:r>
              <a:rPr lang="zh-TW" altLang="zh-TW" dirty="0"/>
              <a:t>/縮放) · 後處理(</a:t>
            </a:r>
            <a:r>
              <a:rPr lang="zh-TW" altLang="zh-TW" dirty="0">
                <a:latin typeface="Courier New" panose="02070309020205020404" pitchFamily="49" charset="0"/>
              </a:rPr>
              <a:t>make_anchors</a:t>
            </a:r>
            <a:r>
              <a:rPr lang="zh-TW" altLang="zh-TW" dirty="0"/>
              <a:t>/</a:t>
            </a:r>
            <a:r>
              <a:rPr lang="zh-TW" altLang="zh-TW" dirty="0">
                <a:latin typeface="Courier New" panose="02070309020205020404" pitchFamily="49" charset="0"/>
              </a:rPr>
              <a:t>dist2bbox</a:t>
            </a:r>
            <a:r>
              <a:rPr lang="zh-TW" altLang="zh-TW" dirty="0"/>
              <a:t>)。</a:t>
            </a:r>
          </a:p>
          <a:p>
            <a:pPr>
              <a:buNone/>
            </a:pPr>
            <a:r>
              <a:rPr lang="zh-TW" altLang="zh-TW" dirty="0"/>
              <a:t>註：Mermaid 圖在 VS Code（裝 Markdown Preview Mermaid 外掛）或 GitHub 上可直接渲染；ARCHITECTURE.md 內也附了純文字逐層表與分解樹，純文字檢視也看得懂。</a:t>
            </a:r>
          </a:p>
        </p:txBody>
      </p:sp>
    </p:spTree>
    <p:extLst>
      <p:ext uri="{BB962C8B-B14F-4D97-AF65-F5344CB8AC3E}">
        <p14:creationId xmlns:p14="http://schemas.microsoft.com/office/powerpoint/2010/main" val="81403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3055</TotalTime>
  <Words>1731</Words>
  <Application>Microsoft Office PowerPoint</Application>
  <PresentationFormat>寬螢幕</PresentationFormat>
  <Paragraphs>171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2" baseType="lpstr">
      <vt:lpstr>Microsoft JhengHei</vt:lpstr>
      <vt:lpstr>Arial</vt:lpstr>
      <vt:lpstr>Calibri</vt:lpstr>
      <vt:lpstr>Calibri Light</vt:lpstr>
      <vt:lpstr>Consolas</vt:lpstr>
      <vt:lpstr>Courier New</vt:lpstr>
      <vt:lpstr>Office 佈景主題</vt:lpstr>
      <vt:lpstr>Yolo11 anchor-free</vt:lpstr>
      <vt:lpstr>Architecture_place</vt:lpstr>
      <vt:lpstr>傳統anchor_based</vt:lpstr>
      <vt:lpstr>Anchor free</vt:lpstr>
      <vt:lpstr>PowerPoint 簡報</vt:lpstr>
      <vt:lpstr>PowerPoint 簡報</vt:lpstr>
      <vt:lpstr>Anchor free code change</vt:lpstr>
      <vt:lpstr>Example</vt:lpstr>
      <vt:lpstr>predict anchor</vt:lpstr>
      <vt:lpstr>Train anchor</vt:lpstr>
      <vt:lpstr>現在anchor free</vt:lpstr>
      <vt:lpstr>Positive anchor point</vt:lpstr>
      <vt:lpstr>cls loss、box loss、DFL loss</vt:lpstr>
      <vt:lpstr>統整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張凱淳</dc:creator>
  <cp:lastModifiedBy>張凱淳</cp:lastModifiedBy>
  <cp:revision>3</cp:revision>
  <dcterms:created xsi:type="dcterms:W3CDTF">2026-06-04T12:27:11Z</dcterms:created>
  <dcterms:modified xsi:type="dcterms:W3CDTF">2026-06-10T09:19:53Z</dcterms:modified>
</cp:coreProperties>
</file>