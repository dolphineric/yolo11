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Microsoft JhengHei"/>
              </a:rPr>
              <a:t>Anchor-free 在程式上的改變（ultralytics_yolo11）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57432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246120"/>
                <a:gridCol w="3154680"/>
                <a:gridCol w="35478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anchor="ctr" marL="91440" marR="73152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程式位置（檔案 · 函式）</a:t>
                      </a:r>
                    </a:p>
                  </a:txBody>
                  <a:tcPr anchor="ctr" marL="91440" marR="73152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Anchor-based（舊）</a:t>
                      </a:r>
                    </a:p>
                  </a:txBody>
                  <a:tcPr anchor="ctr" marL="91440" marR="73152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Anchor-free（改變）</a:t>
                      </a:r>
                    </a:p>
                  </a:txBody>
                  <a:tcPr anchor="ctr" marL="91440" marR="73152" marT="27432" marB="27432">
                    <a:solidFill>
                      <a:srgbClr val="1E276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模型設定檔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cfg/models/11/yolo11.yaml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有 anchors: 區塊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無 anchors:（不需錨框）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輸出通道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nn/modules/head.py → Detect.__init__ (self.no)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num_anchors×(4+1+nc)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4·reg_max + nc（無 objectness）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偵測頭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nn/modules/head.py → Detect.cv2 / cv3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每格 na 組、框類耦合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解耦、每格一組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錨點生成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utils/tal.py → make_anchors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預設框（k-means 算）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格點中心點 + stride（偏移 0.5）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框迴歸 / 解碼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block.py → DFL ；tal.py → dist2bbox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回歸單一數值；框 + 偏移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DFL 分佈取期望；點 ± 距離 (LTRB)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標籤分配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utils/tal.py → TaskAlignedAssigner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錨框-GT IoU 門檻（靜態）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cls^α·IoU^β + 中心先驗（動態一對多）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損失計算</a:t>
                      </a:r>
                    </a:p>
                  </a:txBody>
                  <a:tcPr anchor="ctr" marL="91440" marR="73152" marT="27432" marB="2743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utils/loss.py → v8DetectionLoss / BboxLoss</a:t>
                      </a:r>
                    </a:p>
                  </a:txBody>
                  <a:tcPr anchor="ctr" marL="91440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box + objectness + cls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(1−CIoU) + DFL + cls（無 objectness）</a:t>
                      </a:r>
                    </a:p>
                  </a:txBody>
                  <a:tcPr anchor="ctr" marL="91440" marR="73152" marT="27432" marB="27432"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