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Microsoft JhengHei"/>
              </a:rPr>
              <a:t>通道排列：每格輸出的通道</a:t>
            </a:r>
          </a:p>
        </p:txBody>
      </p:sp>
      <p:pic>
        <p:nvPicPr>
          <p:cNvPr id="3" name="Picture 2" descr="af1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188720"/>
            <a:ext cx="10058400" cy="3362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Microsoft JhengHei"/>
              </a:rPr>
              <a:t>DFL：把距離學成機率分佈再取期望</a:t>
            </a:r>
          </a:p>
        </p:txBody>
      </p:sp>
      <p:pic>
        <p:nvPicPr>
          <p:cNvPr id="3" name="Picture 2" descr="af2_df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188720"/>
            <a:ext cx="10058400" cy="3617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Microsoft JhengHei"/>
              </a:rPr>
              <a:t>動態標籤分配（TaskAlignedAssigner）</a:t>
            </a:r>
          </a:p>
        </p:txBody>
      </p:sp>
      <p:pic>
        <p:nvPicPr>
          <p:cNvPr id="3" name="Picture 2" descr="af3_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158" y="1188720"/>
            <a:ext cx="622337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Microsoft JhengHei"/>
              </a:rPr>
              <a:t>有預設框 vs 無預設框（anchors 對照）</a:t>
            </a:r>
          </a:p>
        </p:txBody>
      </p:sp>
      <p:pic>
        <p:nvPicPr>
          <p:cNvPr id="3" name="Picture 2" descr="af4_anc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188720"/>
            <a:ext cx="10058400" cy="5168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