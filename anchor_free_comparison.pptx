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Microsoft JhengHei"/>
              </a:rPr>
              <a:t>Anchor-based vs Anchor-free（YOLOv5 → YOLOv8 / YOLO11）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74552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53128"/>
                <a:gridCol w="444398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對比項</a:t>
                      </a:r>
                    </a:p>
                  </a:txBody>
                  <a:tcPr anchor="ctr" marL="109728" marR="109728" marT="36576" marB="36576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Anchor-based（舊，YOLOv5）</a:t>
                      </a:r>
                    </a:p>
                  </a:txBody>
                  <a:tcPr anchor="ctr" marL="109728" marR="109728" marT="36576" marB="36576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Anchor-free（YOLOv8 / YOLO11）</a:t>
                      </a:r>
                    </a:p>
                  </a:txBody>
                  <a:tcPr anchor="ctr" marL="109728" marR="109728" marT="36576" marB="36576"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參考基準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預設框（k-means 算出，每格 ~3 個固定寬高）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格點中心一個點（make_anchors，偏移 0.5）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框怎麼表示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相對預設框的偏移量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點到 上/下/左/右 四邊的距離 (LTRB)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輸出通道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num_anchors × (4 + 1 objectness + nc)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4·reg_max + nc（無 objectness）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框迴歸方式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回歸單一數值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DFL：預測一個機率分佈再取期望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正樣本怎麼選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錨框與 GT 的 IoU / 形狀比對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動態分配（TaskAlignedAssigner）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JhengHei"/>
                        </a:rPr>
                        <a:t>超參數</a:t>
                      </a:r>
                    </a:p>
                  </a:txBody>
                  <a:tcPr anchor="ctr" marL="109728" marR="109728" marT="36576" marB="36576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要調錨框尺寸 / 比例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不需要錨框超參</a:t>
                      </a:r>
                    </a:p>
                  </a:txBody>
                  <a:tcPr anchor="ctr" marL="109728" marR="109728" marT="36576" marB="36576"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